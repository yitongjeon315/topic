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91c81b2774224" /><Relationship Type="http://schemas.openxmlformats.org/officeDocument/2006/relationships/extended-properties" Target="/docProps/app.xml" Id="R18a4043ee8584da4" /><Relationship Type="http://schemas.openxmlformats.org/officeDocument/2006/relationships/officeDocument" Target="/ppt/presentation.xml" Id="R04c5eb3ed55e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c8bc8fd9eb4bab"/>
  </p:sldMasterIdLst>
  <p:notesMasterIdLst>
    <p:notesMasterId xmlns:r="http://schemas.openxmlformats.org/officeDocument/2006/relationships" r:id="Rb09e01e19e0e4f03"/>
  </p:notesMasterIdLst>
  <p:sldIdLst>
    <p:sldId xmlns:r="http://schemas.openxmlformats.org/officeDocument/2006/relationships" id="256" r:id="Rf3fe600bbb904f5f"/>
    <p:sldId xmlns:r="http://schemas.openxmlformats.org/officeDocument/2006/relationships" id="257" r:id="R1299639f548146df"/>
    <p:sldId xmlns:r="http://schemas.openxmlformats.org/officeDocument/2006/relationships" id="258" r:id="R98ba15c2439640e6"/>
    <p:sldId xmlns:r="http://schemas.openxmlformats.org/officeDocument/2006/relationships" id="259" r:id="Rbcf9021f9fd54d94"/>
    <p:sldId xmlns:r="http://schemas.openxmlformats.org/officeDocument/2006/relationships" id="260" r:id="Ree471c43a0024fb9"/>
    <p:sldId xmlns:r="http://schemas.openxmlformats.org/officeDocument/2006/relationships" id="261" r:id="R95e8c53cb1484ae4"/>
    <p:sldId xmlns:r="http://schemas.openxmlformats.org/officeDocument/2006/relationships" id="262" r:id="Ra1e2535ca5cf4322"/>
    <p:sldId xmlns:r="http://schemas.openxmlformats.org/officeDocument/2006/relationships" id="263" r:id="Rf2553da9066f454d"/>
    <p:sldId xmlns:r="http://schemas.openxmlformats.org/officeDocument/2006/relationships" id="264" r:id="R9740328b0aab42f0"/>
    <p:sldId xmlns:r="http://schemas.openxmlformats.org/officeDocument/2006/relationships" id="265" r:id="Rca124175e8b74a70"/>
    <p:sldId xmlns:r="http://schemas.openxmlformats.org/officeDocument/2006/relationships" id="266" r:id="Rf1baabf2261544f9"/>
    <p:sldId xmlns:r="http://schemas.openxmlformats.org/officeDocument/2006/relationships" id="267" r:id="R3048baced410466e"/>
    <p:sldId xmlns:r="http://schemas.openxmlformats.org/officeDocument/2006/relationships" id="268" r:id="Raeb89b93508840b7"/>
    <p:sldId xmlns:r="http://schemas.openxmlformats.org/officeDocument/2006/relationships" id="269" r:id="R1d9e88e7d93a4b15"/>
    <p:sldId xmlns:r="http://schemas.openxmlformats.org/officeDocument/2006/relationships" id="270" r:id="Red20eb7c3cbc42ed"/>
    <p:sldId xmlns:r="http://schemas.openxmlformats.org/officeDocument/2006/relationships" id="271" r:id="Rf1e7b91595ee4877"/>
    <p:sldId xmlns:r="http://schemas.openxmlformats.org/officeDocument/2006/relationships" id="272" r:id="R4f0f9798d3f44641"/>
    <p:sldId xmlns:r="http://schemas.openxmlformats.org/officeDocument/2006/relationships" id="273" r:id="R016f04a4ef0f4263"/>
    <p:sldId xmlns:r="http://schemas.openxmlformats.org/officeDocument/2006/relationships" id="274" r:id="Rcad66b5de2d34414"/>
    <p:sldId xmlns:r="http://schemas.openxmlformats.org/officeDocument/2006/relationships" id="275" r:id="Reef2fa5dc7be4748"/>
    <p:sldId xmlns:r="http://schemas.openxmlformats.org/officeDocument/2006/relationships" id="276" r:id="R0df963f9a9964bab"/>
    <p:sldId xmlns:r="http://schemas.openxmlformats.org/officeDocument/2006/relationships" id="277" r:id="R0062ac5d96d542a1"/>
    <p:sldId xmlns:r="http://schemas.openxmlformats.org/officeDocument/2006/relationships" id="278" r:id="R7be0ba94914f45a7"/>
    <p:sldId xmlns:r="http://schemas.openxmlformats.org/officeDocument/2006/relationships" id="279" r:id="R594dbb6c1b054f7d"/>
    <p:sldId xmlns:r="http://schemas.openxmlformats.org/officeDocument/2006/relationships" id="280" r:id="Rf884b2db27a0492e"/>
    <p:sldId xmlns:r="http://schemas.openxmlformats.org/officeDocument/2006/relationships" id="281" r:id="R66db3ff6ff104701"/>
    <p:sldId xmlns:r="http://schemas.openxmlformats.org/officeDocument/2006/relationships" id="282" r:id="R8fc12b692aa248a8"/>
    <p:sldId xmlns:r="http://schemas.openxmlformats.org/officeDocument/2006/relationships" id="283" r:id="R2e11518ada4b4176"/>
    <p:sldId xmlns:r="http://schemas.openxmlformats.org/officeDocument/2006/relationships" id="284" r:id="R7b0ebc393f3849d7"/>
    <p:sldId xmlns:r="http://schemas.openxmlformats.org/officeDocument/2006/relationships" id="285" r:id="R6ace936940da4a19"/>
    <p:sldId xmlns:r="http://schemas.openxmlformats.org/officeDocument/2006/relationships" id="286" r:id="R72fb678d22f24edb"/>
    <p:sldId xmlns:r="http://schemas.openxmlformats.org/officeDocument/2006/relationships" id="287" r:id="R8963967a098e483a"/>
    <p:sldId xmlns:r="http://schemas.openxmlformats.org/officeDocument/2006/relationships" id="288" r:id="R3c6d335bf74e4cf5"/>
    <p:sldId xmlns:r="http://schemas.openxmlformats.org/officeDocument/2006/relationships" id="289" r:id="R22d2accccbe14bfa"/>
    <p:sldId xmlns:r="http://schemas.openxmlformats.org/officeDocument/2006/relationships" id="290" r:id="R55a757ab221f4519"/>
    <p:sldId xmlns:r="http://schemas.openxmlformats.org/officeDocument/2006/relationships" id="291" r:id="Rd308e0c2624443e0"/>
    <p:sldId xmlns:r="http://schemas.openxmlformats.org/officeDocument/2006/relationships" id="292" r:id="R75272be9c07943f6"/>
    <p:sldId xmlns:r="http://schemas.openxmlformats.org/officeDocument/2006/relationships" id="293" r:id="R1e5bfabf18624a15"/>
    <p:sldId xmlns:r="http://schemas.openxmlformats.org/officeDocument/2006/relationships" id="294" r:id="Ra6a6dd5efd4c4418"/>
    <p:sldId xmlns:r="http://schemas.openxmlformats.org/officeDocument/2006/relationships" id="295" r:id="R4404652a889d42fa"/>
    <p:sldId xmlns:r="http://schemas.openxmlformats.org/officeDocument/2006/relationships" id="296" r:id="Ree0d9bec29764d47"/>
    <p:sldId xmlns:r="http://schemas.openxmlformats.org/officeDocument/2006/relationships" id="297" r:id="Rcb685a5eeada4c10"/>
    <p:sldId xmlns:r="http://schemas.openxmlformats.org/officeDocument/2006/relationships" id="298" r:id="Re8b1a5b96ff44efe"/>
    <p:sldId xmlns:r="http://schemas.openxmlformats.org/officeDocument/2006/relationships" id="299" r:id="Ra44a179002254b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da0f8cce184fab" /><Relationship Type="http://schemas.openxmlformats.org/officeDocument/2006/relationships/slideMaster" Target="/ppt/slideMasters/slideMaster1.xml" Id="R2ec8bc8fd9eb4bab" /><Relationship Type="http://schemas.openxmlformats.org/officeDocument/2006/relationships/notesMaster" Target="/ppt/notesMasters/notesMaster1.xml" Id="Rb09e01e19e0e4f03" /><Relationship Type="http://schemas.openxmlformats.org/officeDocument/2006/relationships/presProps" Target="/ppt/presProps.xml" Id="R933edc9547ff405f" /><Relationship Type="http://schemas.openxmlformats.org/officeDocument/2006/relationships/tableStyles" Target="/ppt/tableStyles.xml" Id="R3e4b60702ba34467" /><Relationship Type="http://schemas.openxmlformats.org/officeDocument/2006/relationships/slide" Target="/ppt/slides/slide1.xml" Id="Rf3fe600bbb904f5f" /><Relationship Type="http://schemas.openxmlformats.org/officeDocument/2006/relationships/slide" Target="/ppt/slides/slide2.xml" Id="R1299639f548146df" /><Relationship Type="http://schemas.openxmlformats.org/officeDocument/2006/relationships/slide" Target="/ppt/slides/slide3.xml" Id="R98ba15c2439640e6" /><Relationship Type="http://schemas.openxmlformats.org/officeDocument/2006/relationships/slide" Target="/ppt/slides/slide4.xml" Id="Rbcf9021f9fd54d94" /><Relationship Type="http://schemas.openxmlformats.org/officeDocument/2006/relationships/slide" Target="/ppt/slides/slide5.xml" Id="Ree471c43a0024fb9" /><Relationship Type="http://schemas.openxmlformats.org/officeDocument/2006/relationships/slide" Target="/ppt/slides/slide6.xml" Id="R95e8c53cb1484ae4" /><Relationship Type="http://schemas.openxmlformats.org/officeDocument/2006/relationships/slide" Target="/ppt/slides/slide7.xml" Id="Ra1e2535ca5cf4322" /><Relationship Type="http://schemas.openxmlformats.org/officeDocument/2006/relationships/slide" Target="/ppt/slides/slide8.xml" Id="Rf2553da9066f454d" /><Relationship Type="http://schemas.openxmlformats.org/officeDocument/2006/relationships/slide" Target="/ppt/slides/slide9.xml" Id="R9740328b0aab42f0" /><Relationship Type="http://schemas.openxmlformats.org/officeDocument/2006/relationships/slide" Target="/ppt/slides/slide10.xml" Id="Rca124175e8b74a70" /><Relationship Type="http://schemas.openxmlformats.org/officeDocument/2006/relationships/slide" Target="/ppt/slides/slide11.xml" Id="Rf1baabf2261544f9" /><Relationship Type="http://schemas.openxmlformats.org/officeDocument/2006/relationships/slide" Target="/ppt/slides/slide12.xml" Id="R3048baced410466e" /><Relationship Type="http://schemas.openxmlformats.org/officeDocument/2006/relationships/slide" Target="/ppt/slides/slide13.xml" Id="Raeb89b93508840b7" /><Relationship Type="http://schemas.openxmlformats.org/officeDocument/2006/relationships/slide" Target="/ppt/slides/slide14.xml" Id="R1d9e88e7d93a4b15" /><Relationship Type="http://schemas.openxmlformats.org/officeDocument/2006/relationships/slide" Target="/ppt/slides/slide15.xml" Id="Red20eb7c3cbc42ed" /><Relationship Type="http://schemas.openxmlformats.org/officeDocument/2006/relationships/slide" Target="/ppt/slides/slide16.xml" Id="Rf1e7b91595ee4877" /><Relationship Type="http://schemas.openxmlformats.org/officeDocument/2006/relationships/slide" Target="/ppt/slides/slide17.xml" Id="R4f0f9798d3f44641" /><Relationship Type="http://schemas.openxmlformats.org/officeDocument/2006/relationships/slide" Target="/ppt/slides/slide18.xml" Id="R016f04a4ef0f4263" /><Relationship Type="http://schemas.openxmlformats.org/officeDocument/2006/relationships/slide" Target="/ppt/slides/slide19.xml" Id="Rcad66b5de2d34414" /><Relationship Type="http://schemas.openxmlformats.org/officeDocument/2006/relationships/slide" Target="/ppt/slides/slide20.xml" Id="Reef2fa5dc7be4748" /><Relationship Type="http://schemas.openxmlformats.org/officeDocument/2006/relationships/slide" Target="/ppt/slides/slide21.xml" Id="R0df963f9a9964bab" /><Relationship Type="http://schemas.openxmlformats.org/officeDocument/2006/relationships/slide" Target="/ppt/slides/slide22.xml" Id="R0062ac5d96d542a1" /><Relationship Type="http://schemas.openxmlformats.org/officeDocument/2006/relationships/slide" Target="/ppt/slides/slide23.xml" Id="R7be0ba94914f45a7" /><Relationship Type="http://schemas.openxmlformats.org/officeDocument/2006/relationships/slide" Target="/ppt/slides/slide24.xml" Id="R594dbb6c1b054f7d" /><Relationship Type="http://schemas.openxmlformats.org/officeDocument/2006/relationships/slide" Target="/ppt/slides/slide25.xml" Id="Rf884b2db27a0492e" /><Relationship Type="http://schemas.openxmlformats.org/officeDocument/2006/relationships/slide" Target="/ppt/slides/slide26.xml" Id="R66db3ff6ff104701" /><Relationship Type="http://schemas.openxmlformats.org/officeDocument/2006/relationships/slide" Target="/ppt/slides/slide27.xml" Id="R8fc12b692aa248a8" /><Relationship Type="http://schemas.openxmlformats.org/officeDocument/2006/relationships/slide" Target="/ppt/slides/slide28.xml" Id="R2e11518ada4b4176" /><Relationship Type="http://schemas.openxmlformats.org/officeDocument/2006/relationships/slide" Target="/ppt/slides/slide29.xml" Id="R7b0ebc393f3849d7" /><Relationship Type="http://schemas.openxmlformats.org/officeDocument/2006/relationships/slide" Target="/ppt/slides/slide30.xml" Id="R6ace936940da4a19" /><Relationship Type="http://schemas.openxmlformats.org/officeDocument/2006/relationships/slide" Target="/ppt/slides/slide31.xml" Id="R72fb678d22f24edb" /><Relationship Type="http://schemas.openxmlformats.org/officeDocument/2006/relationships/slide" Target="/ppt/slides/slide32.xml" Id="R8963967a098e483a" /><Relationship Type="http://schemas.openxmlformats.org/officeDocument/2006/relationships/slide" Target="/ppt/slides/slide33.xml" Id="R3c6d335bf74e4cf5" /><Relationship Type="http://schemas.openxmlformats.org/officeDocument/2006/relationships/slide" Target="/ppt/slides/slide34.xml" Id="R22d2accccbe14bfa" /><Relationship Type="http://schemas.openxmlformats.org/officeDocument/2006/relationships/slide" Target="/ppt/slides/slide35.xml" Id="R55a757ab221f4519" /><Relationship Type="http://schemas.openxmlformats.org/officeDocument/2006/relationships/slide" Target="/ppt/slides/slide36.xml" Id="Rd308e0c2624443e0" /><Relationship Type="http://schemas.openxmlformats.org/officeDocument/2006/relationships/slide" Target="/ppt/slides/slide37.xml" Id="R75272be9c07943f6" /><Relationship Type="http://schemas.openxmlformats.org/officeDocument/2006/relationships/slide" Target="/ppt/slides/slide38.xml" Id="R1e5bfabf18624a15" /><Relationship Type="http://schemas.openxmlformats.org/officeDocument/2006/relationships/slide" Target="/ppt/slides/slide39.xml" Id="Ra6a6dd5efd4c4418" /><Relationship Type="http://schemas.openxmlformats.org/officeDocument/2006/relationships/slide" Target="/ppt/slides/slide40.xml" Id="R4404652a889d42fa" /><Relationship Type="http://schemas.openxmlformats.org/officeDocument/2006/relationships/slide" Target="/ppt/slides/slide41.xml" Id="Ree0d9bec29764d47" /><Relationship Type="http://schemas.openxmlformats.org/officeDocument/2006/relationships/slide" Target="/ppt/slides/slide42.xml" Id="Rcb685a5eeada4c10" /><Relationship Type="http://schemas.openxmlformats.org/officeDocument/2006/relationships/slide" Target="/ppt/slides/slide43.xml" Id="Re8b1a5b96ff44efe" /><Relationship Type="http://schemas.openxmlformats.org/officeDocument/2006/relationships/slide" Target="/ppt/slides/slide44.xml" Id="Ra44a17900225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bfd3d4f17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3cc4854764a1a" /><Relationship Type="http://schemas.openxmlformats.org/officeDocument/2006/relationships/notesMaster" Target="/ppt/notesMasters/notesMaster1.xml" Id="R89c379c6b04043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51a102baa4a7d" /><Relationship Type="http://schemas.openxmlformats.org/officeDocument/2006/relationships/notesMaster" Target="/ppt/notesMasters/notesMaster1.xml" Id="R3753fe242d174d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e59892e09848ab" /><Relationship Type="http://schemas.openxmlformats.org/officeDocument/2006/relationships/notesMaster" Target="/ppt/notesMasters/notesMaster1.xml" Id="R144e33991fc04b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479025803a42f8" /><Relationship Type="http://schemas.openxmlformats.org/officeDocument/2006/relationships/notesMaster" Target="/ppt/notesMasters/notesMaster1.xml" Id="R415135ea65264f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c92d6be4ab4610" /><Relationship Type="http://schemas.openxmlformats.org/officeDocument/2006/relationships/notesMaster" Target="/ppt/notesMasters/notesMaster1.xml" Id="R55d3bb9f1d36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76bd12cd64c39" /><Relationship Type="http://schemas.openxmlformats.org/officeDocument/2006/relationships/notesMaster" Target="/ppt/notesMasters/notesMaster1.xml" Id="R963578c5dc1543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566e59d8794a97" /><Relationship Type="http://schemas.openxmlformats.org/officeDocument/2006/relationships/notesMaster" Target="/ppt/notesMasters/notesMaster1.xml" Id="Rd8c8e22575b148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dd489074d42cb" /><Relationship Type="http://schemas.openxmlformats.org/officeDocument/2006/relationships/notesMaster" Target="/ppt/notesMasters/notesMaster1.xml" Id="R4ae2217b831e4f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10abd7e68b4d03" /><Relationship Type="http://schemas.openxmlformats.org/officeDocument/2006/relationships/notesMaster" Target="/ppt/notesMasters/notesMaster1.xml" Id="R45ae05141dda4f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80b3e2ed1c494d" /><Relationship Type="http://schemas.openxmlformats.org/officeDocument/2006/relationships/notesMaster" Target="/ppt/notesMasters/notesMaster1.xml" Id="Rfdc6064515d5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896a1f537f435d" /><Relationship Type="http://schemas.openxmlformats.org/officeDocument/2006/relationships/notesMaster" Target="/ppt/notesMasters/notesMaster1.xml" Id="Rada11e98818b4a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e5f2d69d2f47cb" /><Relationship Type="http://schemas.openxmlformats.org/officeDocument/2006/relationships/notesMaster" Target="/ppt/notesMasters/notesMaster1.xml" Id="R808e00a07af44b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5911e0f3c74c72" /><Relationship Type="http://schemas.openxmlformats.org/officeDocument/2006/relationships/notesMaster" Target="/ppt/notesMasters/notesMaster1.xml" Id="R9c803530c9ee42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0f642ca204400f" /><Relationship Type="http://schemas.openxmlformats.org/officeDocument/2006/relationships/notesMaster" Target="/ppt/notesMasters/notesMaster1.xml" Id="Rcb2c5663ecea49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d6175bdd3f4915" /><Relationship Type="http://schemas.openxmlformats.org/officeDocument/2006/relationships/notesMaster" Target="/ppt/notesMasters/notesMaster1.xml" Id="Rd07625636eb945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58752b6e6641ac" /><Relationship Type="http://schemas.openxmlformats.org/officeDocument/2006/relationships/notesMaster" Target="/ppt/notesMasters/notesMaster1.xml" Id="R87c11fb4c16846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99d2c99d7b46a2" /><Relationship Type="http://schemas.openxmlformats.org/officeDocument/2006/relationships/notesMaster" Target="/ppt/notesMasters/notesMaster1.xml" Id="R2d817b2a1a7949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8b9cf3d1d14073" /><Relationship Type="http://schemas.openxmlformats.org/officeDocument/2006/relationships/notesMaster" Target="/ppt/notesMasters/notesMaster1.xml" Id="R4775a93ab36c41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8fbd8634b949fa" /><Relationship Type="http://schemas.openxmlformats.org/officeDocument/2006/relationships/notesMaster" Target="/ppt/notesMasters/notesMaster1.xml" Id="R2becb078dbbc45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54498b934e427d" /><Relationship Type="http://schemas.openxmlformats.org/officeDocument/2006/relationships/notesMaster" Target="/ppt/notesMasters/notesMaster1.xml" Id="Rca899062738249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77baa015b14a5d" /><Relationship Type="http://schemas.openxmlformats.org/officeDocument/2006/relationships/notesMaster" Target="/ppt/notesMasters/notesMaster1.xml" Id="Rb8a09b2e023440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44b8c0a792483f" /><Relationship Type="http://schemas.openxmlformats.org/officeDocument/2006/relationships/notesMaster" Target="/ppt/notesMasters/notesMaster1.xml" Id="R6e76e59e07a742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831b5bde36a48ce" /><Relationship Type="http://schemas.openxmlformats.org/officeDocument/2006/relationships/notesMaster" Target="/ppt/notesMasters/notesMaster1.xml" Id="R45b72dac5df946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fc480e7c1547ca" /><Relationship Type="http://schemas.openxmlformats.org/officeDocument/2006/relationships/notesMaster" Target="/ppt/notesMasters/notesMaster1.xml" Id="R8a2deba77d2a46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e7aebafd734d4e" /><Relationship Type="http://schemas.openxmlformats.org/officeDocument/2006/relationships/notesMaster" Target="/ppt/notesMasters/notesMaster1.xml" Id="R36f92076722f414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a14eeaa89642c9" /><Relationship Type="http://schemas.openxmlformats.org/officeDocument/2006/relationships/notesMaster" Target="/ppt/notesMasters/notesMaster1.xml" Id="R904b4b999d614c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c79f8239394751" /><Relationship Type="http://schemas.openxmlformats.org/officeDocument/2006/relationships/notesMaster" Target="/ppt/notesMasters/notesMaster1.xml" Id="R6fb3edb6381941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1358b82bf1e458c" /><Relationship Type="http://schemas.openxmlformats.org/officeDocument/2006/relationships/notesMaster" Target="/ppt/notesMasters/notesMaster1.xml" Id="R29eb1992b635431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d8860d3b994c39" /><Relationship Type="http://schemas.openxmlformats.org/officeDocument/2006/relationships/notesMaster" Target="/ppt/notesMasters/notesMaster1.xml" Id="Rf33815a210d447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9f13ab9dce45e9" /><Relationship Type="http://schemas.openxmlformats.org/officeDocument/2006/relationships/notesMaster" Target="/ppt/notesMasters/notesMaster1.xml" Id="R10592776a18c48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24a3a74d3542f5" /><Relationship Type="http://schemas.openxmlformats.org/officeDocument/2006/relationships/notesMaster" Target="/ppt/notesMasters/notesMaster1.xml" Id="R32adeb65b90449a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4cbf20bdd64737" /><Relationship Type="http://schemas.openxmlformats.org/officeDocument/2006/relationships/notesMaster" Target="/ppt/notesMasters/notesMaster1.xml" Id="Rd71069807bbc4ea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ec1d6206d49436d" /><Relationship Type="http://schemas.openxmlformats.org/officeDocument/2006/relationships/notesMaster" Target="/ppt/notesMasters/notesMaster1.xml" Id="R5f46a0346d2c4f5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5a494d51efa4c3e" /><Relationship Type="http://schemas.openxmlformats.org/officeDocument/2006/relationships/notesMaster" Target="/ppt/notesMasters/notesMaster1.xml" Id="Ra96b6e0f4827446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c2014c11e9e465d" /><Relationship Type="http://schemas.openxmlformats.org/officeDocument/2006/relationships/notesMaster" Target="/ppt/notesMasters/notesMaster1.xml" Id="R2ec66fac3e0d470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4f296dcc2124357" /><Relationship Type="http://schemas.openxmlformats.org/officeDocument/2006/relationships/notesMaster" Target="/ppt/notesMasters/notesMaster1.xml" Id="R67afb508b69145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cb3b63b62824f69" /><Relationship Type="http://schemas.openxmlformats.org/officeDocument/2006/relationships/notesMaster" Target="/ppt/notesMasters/notesMaster1.xml" Id="R53c0e8f186194aa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0e9e392ead41dc" /><Relationship Type="http://schemas.openxmlformats.org/officeDocument/2006/relationships/notesMaster" Target="/ppt/notesMasters/notesMaster1.xml" Id="Rc2807147284149d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b412dadcb6c4765" /><Relationship Type="http://schemas.openxmlformats.org/officeDocument/2006/relationships/notesMaster" Target="/ppt/notesMasters/notesMaster1.xml" Id="R41c4319137bf4ac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aa8c63c917e4d6a" /><Relationship Type="http://schemas.openxmlformats.org/officeDocument/2006/relationships/notesMaster" Target="/ppt/notesMasters/notesMaster1.xml" Id="R24323d87dafd4c1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8cc436a4d164208" /><Relationship Type="http://schemas.openxmlformats.org/officeDocument/2006/relationships/notesMaster" Target="/ppt/notesMasters/notesMaster1.xml" Id="R95624b95b974496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8771c81412641a2" /><Relationship Type="http://schemas.openxmlformats.org/officeDocument/2006/relationships/notesMaster" Target="/ppt/notesMasters/notesMaster1.xml" Id="R30699db90eb748b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71c168ed614bb3" /><Relationship Type="http://schemas.openxmlformats.org/officeDocument/2006/relationships/notesMaster" Target="/ppt/notesMasters/notesMaster1.xml" Id="R0999b2a258c2431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8963dd33fc847f4" /><Relationship Type="http://schemas.openxmlformats.org/officeDocument/2006/relationships/notesMaster" Target="/ppt/notesMasters/notesMaster1.xml" Id="R0dc377cc1ba4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웹서버 연결이 어려울 때 사용할 수 있는 오프라인 수업용 PPT입니다.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그림을 보면 많은 책이 꽂혀 있는 책장 앞에서 책을 한 권 손에 들고 보고 있습니다. 책을 고르고 파는 장소인 서점의 맥락과 일치하는 동작입니다.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밥을 먹습니다 (X) - 음식을 식탁에서 먹고 있는 상황이 아닙니다.</a:t>
            </a:r>
          </a:p>
          <a:p xmlns:a="http://schemas.openxmlformats.org/drawingml/2006/main">
            <a:r>
              <a:t>② 노래를 부릅니다 (X) - 마이크를 쥐고 노래하는 방이 아닌 책들이 있는 공간입니다.</a:t>
            </a:r>
          </a:p>
          <a:p xmlns:a="http://schemas.openxmlformats.org/drawingml/2006/main">
            <a:r>
              <a:t>③ 책을 고릅니다 (O) - 책장 앞에서 서서 마음에 드는 책을 손에 들고 확인하는 행동이므로 그림과 완벽히 일치합니다.</a:t>
            </a:r>
          </a:p>
          <a:p xmlns:a="http://schemas.openxmlformats.org/drawingml/2006/main">
            <a:r>
              <a:t>④ 옷을 삽니다 (X) - 옷가게에서 옷을 거울에 비춰보거나 계산하고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의사 가운을 입은 의사가 병실에서 환자를 성심껏 돌보며 대화하는 모습이므로, 병원에서 치료를 받거나 **진료를 받습니다**가 가장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진료를 받습니다 (O) - 의사에게 아픈 상태를 말하고 검사를 받는 과정과 정확히 일치합니다.</a:t>
            </a:r>
          </a:p>
          <a:p xmlns:a="http://schemas.openxmlformats.org/drawingml/2006/main">
            <a:r>
              <a:t>② 장난감을 가지고 놉니다 (X) - 어린아이가 놀이터나 방에서 노는 상황이 아닙니다.</a:t>
            </a:r>
          </a:p>
          <a:p xmlns:a="http://schemas.openxmlformats.org/drawingml/2006/main">
            <a:r>
              <a:t>③ 공부를 가르칩니다 (X) - 학교나 교실에서 선생님이 하는 행위입니다.</a:t>
            </a:r>
          </a:p>
          <a:p xmlns:a="http://schemas.openxmlformats.org/drawingml/2006/main">
            <a:r>
              <a:t>④ 요리를 시킵니다 (X) - 주방이나 식당에서 셰프가 지시하는 행위입니다.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동작이 일어나는 공간적 활동 지점을 나타내는 부사격 조사는 **에서**입니다.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(X) - 주격 조사이므로 어울리지 않습니다.</a:t>
            </a:r>
          </a:p>
          <a:p xmlns:a="http://schemas.openxmlformats.org/drawingml/2006/main">
            <a:r>
              <a:t>② 을 (X) - 목적격 조사이므로 장소 명사 뒤에 붙을 수 없습니다.</a:t>
            </a:r>
          </a:p>
          <a:p xmlns:a="http://schemas.openxmlformats.org/drawingml/2006/main">
            <a:r>
              <a:t>③ 에서 (O) - '읽다'라는 능동적 서술어가 있으므로 활동 지점 조사 '에서'가 정확합니다.</a:t>
            </a:r>
          </a:p>
          <a:p xmlns:a="http://schemas.openxmlformats.org/drawingml/2006/main">
            <a:r>
              <a:t>④ 의 (X) - 소유를 나타내는 관형격 조사입니다.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한국 노래를 좋아하고, 특히 BTS의 팬이며, 나중에 한국에 직접 가서 가수를 만나고 싶다는 소망이 중심 생각인 ①번이 유일합니다.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한국 가수를 좋아합니다 (O) - 글 전체가 좋아하는 노래와 가수를 언급하고 있으므로 정합합니다.</a:t>
            </a:r>
          </a:p>
          <a:p xmlns:a="http://schemas.openxmlformats.org/drawingml/2006/main">
            <a:r>
              <a:t>② 노래방에 자주 갑니다 (X) - 노래방(장소)에 관한 구체적 발언이 없습니다.</a:t>
            </a:r>
          </a:p>
          <a:p xmlns:a="http://schemas.openxmlformats.org/drawingml/2006/main">
            <a:r>
              <a:t>③ 여행을 갈 것입니다 (X) - 단지 콘서트 참관을 위한 소망이 있을 뿐 일반 여행 목적이 중심 생각이 아닙니다.</a:t>
            </a:r>
          </a:p>
          <a:p xmlns:a="http://schemas.openxmlformats.org/drawingml/2006/main">
            <a:r>
              <a:t>④ 춤을 열심히 배웁니다 (X) - 무용이나 댄스 학원에 대한 내용이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주문을 하고 점원(남자)이 대답을 하는 장소는 카페입니다. 카페에서 두 사람이 커피를 나누고 주문하는 장면이므로 ②번이 그림 상황과 완벽히 부합합니다.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여기 커피 두 잔하고 케이크 하나 주세요.</a:t>
            </a:r>
          </a:p>
          <a:p xmlns:a="http://schemas.openxmlformats.org/drawingml/2006/main">
            <a:r>
              <a:t>남: 네, 알겠습니다. 저기 테이블에서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병원에서 환자를 만납니다 (X) - 대화가 진료나 주사 등 병원과 무관합니다.</a:t>
            </a:r>
          </a:p>
          <a:p xmlns:a="http://schemas.openxmlformats.org/drawingml/2006/main">
            <a:r>
              <a:t>② 카페에서 음료와 디저트를 주문합니다 (O) - 여자가 커피 두 잔과 케이크를 달라고 주문하며 남자가 서빙을 대기하라고 하는 내용이므로 카페 그림에 정확히 일치합니다.</a:t>
            </a:r>
          </a:p>
          <a:p xmlns:a="http://schemas.openxmlformats.org/drawingml/2006/main">
            <a:r>
              <a:t>③ 은행에서 돈을 찾습니다 (X) - 금융 기기나 카드, 통장에 관한 언급이 전혀 없습니다.</a:t>
            </a:r>
          </a:p>
          <a:p xmlns:a="http://schemas.openxmlformats.org/drawingml/2006/main">
            <a:r>
              <a:t>④ 서점에서 책 위치를 묻습니다 (X) - 책장이나 도서 검색 등에 대한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아픈 부위를 말하며 '약'을 요구하였고, 약사가 '이 약을 드세요'라고 건네며 복약 지도를 하고 있으므로 대화 장소는 **약국**이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머리가 많이 아파요. 약 좀 주세요.</a:t>
            </a:r>
          </a:p>
          <a:p xmlns:a="http://schemas.openxmlformats.org/drawingml/2006/main">
            <a:r>
              <a:t>남: 네, 이 약을 드세요. 그리고 오늘은 따뜻한 물을 많이 마시고 푹 쉬세요.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은행 (X) - 예금, 출금 등 금융 업무와 관련이 없습니다.</a:t>
            </a:r>
          </a:p>
          <a:p xmlns:a="http://schemas.openxmlformats.org/drawingml/2006/main">
            <a:r>
              <a:t>② 약국 (O) - '아파요', '약 좀 주세요', '이 약을 드세요' 등의 단어를 통해 조제약을 판매하는 약국임이 확실하게 도출됩니다.</a:t>
            </a:r>
          </a:p>
          <a:p xmlns:a="http://schemas.openxmlformats.org/drawingml/2006/main">
            <a:r>
              <a:t>③ 우체국 (X) - 편지, 소포 배달 용어가 언급되지 않았습니다.</a:t>
            </a:r>
          </a:p>
          <a:p xmlns:a="http://schemas.openxmlformats.org/drawingml/2006/main">
            <a:r>
              <a:t>④ 세탁소 (X) - 옷 수선, 세탁물 수거 등의 단어와 매칭되지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날씨가 아주 맑고 구름도 없다고 관찰했으므로 이에 호응하며 '네, 하늘이 파랗다'고 대답하는 ①번이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오늘 날씨가 참 맑네요. 구름도 없어요.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하늘에 구름이 없고 파래요 (O) - 맑은 하늘에 어울리는 최적의 대화 호응입니다.</a:t>
            </a:r>
          </a:p>
          <a:p xmlns:a="http://schemas.openxmlformats.org/drawingml/2006/main">
            <a:r>
              <a:t>② 우산을 꼭 가져가세요 (X) - 비 소식이 없으므로 오답입니다.</a:t>
            </a:r>
          </a:p>
          <a:p xmlns:a="http://schemas.openxmlformats.org/drawingml/2006/main">
            <a:r>
              <a:t>③ 비가 많이 쏟아져요 (X) - 맑은 상황과 반대되므로 어긋납니다.</a:t>
            </a:r>
          </a:p>
          <a:p xmlns:a="http://schemas.openxmlformats.org/drawingml/2006/main">
            <a:r>
              <a:t>④ 바람이 불고 추워요 (X) - 맑은 한낮의 긍정적인 평가와 모순됩니다.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옷을 입어보겠다고 물어보았고, 탈의 장소(피팅룸)와 거울을 안내하며 점원이 '손님'이라고 칭하므로 **옷가게**가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파란색 옷을 한 번 입어봐도 돼요?</a:t>
            </a:r>
          </a:p>
          <a:p xmlns:a="http://schemas.openxmlformats.org/drawingml/2006/main">
            <a:r>
              <a:t>남: 네, 손님. 저기 거울이 있는 피팅룸에서 입어보세요. 아주 예쁠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편지나 택배를 접수하는 곳이 아닙니다.</a:t>
            </a:r>
          </a:p>
          <a:p xmlns:a="http://schemas.openxmlformats.org/drawingml/2006/main">
            <a:r>
              <a:t>② 옷가게 (O) - '옷', '입어보다', '거울', '피팅룸' 등을 통해 옷 매장임을 정확히 파악할 수 있습니다.</a:t>
            </a:r>
          </a:p>
          <a:p xmlns:a="http://schemas.openxmlformats.org/drawingml/2006/main">
            <a:r>
              <a:t>③ 미술관 (X) - 미술 작품을 감상하는 전시실이 아닙니다.</a:t>
            </a:r>
          </a:p>
          <a:p xmlns:a="http://schemas.openxmlformats.org/drawingml/2006/main">
            <a:r>
              <a:t>④ 세탁소 (X) - 옷을 세탁하거나 수선 의뢰하는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오늘 오후에 아무 계획 없이 집에서 잠을 자며 쉴 것이라 했으므로, ②번 '남자는 오늘 집에서 휴식을 취할 것이다'가 가장 일치합니다.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오늘 오후에 특별한 일정이 있어요?</a:t>
            </a:r>
          </a:p>
          <a:p xmlns:a="http://schemas.openxmlformats.org/drawingml/2006/main">
            <a:r>
              <a:t>남: 아니요, 오늘은 아무 계획이 없어요. 그냥 집에서 밀린 잠을 자고 푹 쉴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오후에 아주 바쁩니다 (X) - 아무 계획이 없다고 밝혔으므로 바쁘지 않습니다.</a:t>
            </a:r>
          </a:p>
          <a:p xmlns:a="http://schemas.openxmlformats.org/drawingml/2006/main">
            <a:r>
              <a:t>② 집에서 휴식을 취할 것입니다 (O) - '집에서 잠을 자고 푹 쉴 것이다'라는 핵심 대사와 완벽하게 일치합니다.</a:t>
            </a:r>
          </a:p>
          <a:p xmlns:a="http://schemas.openxmlformats.org/drawingml/2006/main">
            <a:r>
              <a:t>③ 시장에 가서 옷을 살 것입니다 (X) - 여자의 동선 및 쇼핑 계획은 언급되지 않았습니다.</a:t>
            </a:r>
          </a:p>
          <a:p xmlns:a="http://schemas.openxmlformats.org/drawingml/2006/main">
            <a:r>
              <a:t>④ 만나서 놀기로 했습니다 (X) - 남자가 집에서 쉴 것이라 했으므로 오늘 약속은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'책을 읽다', '빌린 책', '돌려주다'는 도서관에서 사용하는 핵심 표현이므로 정답은 ①번입니다.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도서관 (O) - 책을 읽고 빌리고 반납하는 장소입니다.</a:t>
            </a:r>
          </a:p>
          <a:p xmlns:a="http://schemas.openxmlformats.org/drawingml/2006/main">
            <a:r>
              <a:t>② 식당 (X) - 음식 주문이나 식사 관련 표현이 없습니다.</a:t>
            </a:r>
          </a:p>
          <a:p xmlns:a="http://schemas.openxmlformats.org/drawingml/2006/main">
            <a:r>
              <a:t>③ 은행 (X) - 예금, 출금, 통장 관련 표현이 없습니다.</a:t>
            </a:r>
          </a:p>
          <a:p xmlns:a="http://schemas.openxmlformats.org/drawingml/2006/main">
            <a:r>
              <a:t>④ 병원 (X) - 진료나 약과 관련된 안내가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'선생님'이 행동의 주체이므로 받침 있는 명사 뒤에 붙는 주격 조사 '이'가 알맞습니다.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(O) - 받침 있는 주어 '선생님' 뒤에 붙는 주격 조사입니다.</a:t>
            </a:r>
          </a:p>
          <a:p xmlns:a="http://schemas.openxmlformats.org/drawingml/2006/main">
            <a:r>
              <a:t>② 을 (X) - 목적어를 표시하는 조사입니다.</a:t>
            </a:r>
          </a:p>
          <a:p xmlns:a="http://schemas.openxmlformats.org/drawingml/2006/main">
            <a:r>
              <a:t>③ 에 (X) - 시간이나 도착점, 존재 장소 등에 쓰는 조사입니다.</a:t>
            </a:r>
          </a:p>
          <a:p xmlns:a="http://schemas.openxmlformats.org/drawingml/2006/main">
            <a:r>
              <a:t>④ 와 (X) - 두 명사를 연결하거나 함께하는 대상을 나타냅니다.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여자는 여러 사람에게 책을 펴라고 안내하고 공부할 내용을 설명하므로 선생님입니다.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여러분, 책 25쪽을 펴세요. 오늘은 장소를 나타내는 말을 공부하겠습니다.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학생 (X) - 수업 내용을 안내하는 역할이 아닙니다.</a:t>
            </a:r>
          </a:p>
          <a:p xmlns:a="http://schemas.openxmlformats.org/drawingml/2006/main">
            <a:r>
              <a:t>② 선생님 (O) - 학생들에게 교재와 학습 내용을 안내하고 있습니다.</a:t>
            </a:r>
          </a:p>
          <a:p xmlns:a="http://schemas.openxmlformats.org/drawingml/2006/main">
            <a:r>
              <a:t>③ 의사 (X) - 환자나 진료에 관한 말이 없습니다.</a:t>
            </a:r>
          </a:p>
          <a:p xmlns:a="http://schemas.openxmlformats.org/drawingml/2006/main">
            <a:r>
              <a:t>④ 요리사 (X) - 음식이나 조리에 관한 말이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'어디에 가요?'는 목적지를 묻는 질문이므로 장소와 '에 가요'로 대답하는 ①번이 자연스럽습니다.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지금 어디에 가요?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 가요 (O) - 이동 목적지를 직접 대답합니다.</a:t>
            </a:r>
          </a:p>
          <a:p xmlns:a="http://schemas.openxmlformats.org/drawingml/2006/main">
            <a:r>
              <a:t>② 학교에서 공부했어요 (X) - 과거 행동을 말해 질문과 시제가 맞지 않습니다.</a:t>
            </a:r>
          </a:p>
          <a:p xmlns:a="http://schemas.openxmlformats.org/drawingml/2006/main">
            <a:r>
              <a:t>③ 학생이 많아요 (X) - 사람 수에 관한 설명입니다.</a:t>
            </a:r>
          </a:p>
          <a:p xmlns:a="http://schemas.openxmlformats.org/drawingml/2006/main">
            <a:r>
              <a:t>④ 책이 재미있어요 (X) - 책에 대한 감상으로 질문과 관련이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안내문을 보면 입장 요금은 '5,000원'이라 명시되어 있습니다. 월요일은 휴관하고, 오전 10시에 열어 오후 6시에 닫으므로 다른 보기들은 오답이며 ③번이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월요일에 문을 엽니다 (X) - 안내문에 '매주 월요일은 쉽니다(휴무)'라고 나와 있습니다.</a:t>
            </a:r>
          </a:p>
          <a:p xmlns:a="http://schemas.openxmlformats.org/drawingml/2006/main">
            <a:r>
              <a:t>② 저녁 8시에 문을 닫습니다 (X) - 이용 시간이 '오후 6시'까지입니다.</a:t>
            </a:r>
          </a:p>
          <a:p xmlns:a="http://schemas.openxmlformats.org/drawingml/2006/main">
            <a:r>
              <a:t>③ 입장 요금은 오천 원입니다 (O) - 요금란에 '5,000원'으로 적혀 있는 사실과 정확히 부합합니다.</a:t>
            </a:r>
          </a:p>
          <a:p xmlns:a="http://schemas.openxmlformats.org/drawingml/2006/main">
            <a:r>
              <a:t>④ 오전 9시부터 입장할 수 있습니다 (X) - 이용 시작 시간은 오전 10시부터입니다.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문장에 '어제'라는 시간 단어가 있고, 뒷문장 역시 과거형 시제 '봤습니다'가 쓰였으므로 시제를 과거형으로 일치시켜야 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만났습니다 (O) - '어제' 일어난 과거 사실을 종결짓는 올바른 어미입니다.</a:t>
            </a:r>
          </a:p>
          <a:p xmlns:a="http://schemas.openxmlformats.org/drawingml/2006/main">
            <a:r>
              <a:t>② 만납니다 (X) - 현재 시제이므로 시간 어휘와 맞지 않습니다.</a:t>
            </a:r>
          </a:p>
          <a:p xmlns:a="http://schemas.openxmlformats.org/drawingml/2006/main">
            <a:r>
              <a:t>③ 만날 것입니다 (X) - 미래 시제이므로 어색합니다.</a:t>
            </a:r>
          </a:p>
          <a:p xmlns:a="http://schemas.openxmlformats.org/drawingml/2006/main">
            <a:r>
              <a:t>④ 만나서 (X) - 문장 종결 어미가 필요하므로 틀립니다.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주방 모자를 쓰고 프라이팬에 요리를 올리고 있는 주방장 셰프의 그림이므로 **요리를 만듭니다**가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음식을 주문합니다 (X) - 손님이 카운터나 테이블에서 시키는 대화입니다.</a:t>
            </a:r>
          </a:p>
          <a:p xmlns:a="http://schemas.openxmlformats.org/drawingml/2006/main">
            <a:r>
              <a:t>② 요리를 만듭니다 (O) - 조리실에서 직접 음식을 만드는 동작입니다.</a:t>
            </a:r>
          </a:p>
          <a:p xmlns:a="http://schemas.openxmlformats.org/drawingml/2006/main">
            <a:r>
              <a:t>③ 청소를 열심히 합니다 (X) - 빗자루나 걸레로 청소하는 묘사가 아닙니다.</a:t>
            </a:r>
          </a:p>
          <a:p xmlns:a="http://schemas.openxmlformats.org/drawingml/2006/main">
            <a:r>
              <a:t>④ 그릇을 닦습니다 (X) - 개수대에서 설거지하는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'지난 주말'이라는 과거 시간 지시어가 있으므로 시제는 과거형인 **갔습니다**가 정합합니다.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갔습니다 (O) - 과거완료 사실을 서술하는 표현입니다.</a:t>
            </a:r>
          </a:p>
          <a:p xmlns:a="http://schemas.openxmlformats.org/drawingml/2006/main">
            <a:r>
              <a:t>② 갑니다 (X) - 현재형 시제입니다.</a:t>
            </a:r>
          </a:p>
          <a:p xmlns:a="http://schemas.openxmlformats.org/drawingml/2006/main">
            <a:r>
              <a:t>③ 갈 것입니다 (X) - 미래 계획이나 약속형 표현입니다.</a:t>
            </a:r>
          </a:p>
          <a:p xmlns:a="http://schemas.openxmlformats.org/drawingml/2006/main">
            <a:r>
              <a:t>④ 가고 싶습니다 (X) - 희망/소망을 나타내는 현재적 선호입니다.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신발이 아주 편하고, 색깔과 모양이 내 취향에 맞아 마음에 든다는 글쓴이의 주관적 만족도를 설명하고 있으므로 ②번이 최적의 중심 생각입니다.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매일 운동을 합니다 (X) - 운동 목적이 아닌 일반 보행 및 신발에 대한 만족도 서술입니다.</a:t>
            </a:r>
          </a:p>
          <a:p xmlns:a="http://schemas.openxmlformats.org/drawingml/2006/main">
            <a:r>
              <a:t>② 이 신발은 아주 마음에 듭니다 (O) - 글의 핵심 주제를 정확하게 서술하고 있습니다.</a:t>
            </a:r>
          </a:p>
          <a:p xmlns:a="http://schemas.openxmlformats.org/drawingml/2006/main">
            <a:r>
              <a:t>③ 새 신발을 사고 싶습니다 (X) - 이미 신발을 가지고 있으므로 모순됩니다.</a:t>
            </a:r>
          </a:p>
          <a:p xmlns:a="http://schemas.openxmlformats.org/drawingml/2006/main">
            <a:r>
              <a:t>④ 가격이 비쌉니다 (X) - 가격 정보는 적혀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처음 만났을 때 나누는 자기소개 인사를 건넸으므로 이에 이어질 가장 적절한 대답은 맞인사인 '반갑습니다. 저는 이수진입니다.'(①)가 가장 명확합니다.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처음 뵙겠습니다. 김민수입니다.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반갑습니다. 저는 이수진입니다 (O) - 인사에 상호적으로 대답하는 올바른 격식입니다.</a:t>
            </a:r>
          </a:p>
          <a:p xmlns:a="http://schemas.openxmlformats.org/drawingml/2006/main">
            <a:r>
              <a:t>② 네, 안녕히 계세요 (X) - 작별 인사입니다.</a:t>
            </a:r>
          </a:p>
          <a:p xmlns:a="http://schemas.openxmlformats.org/drawingml/2006/main">
            <a:r>
              <a:t>③ 미안합니다. 괜찮습니다 (X) - 사과에 대한 응답입니다.</a:t>
            </a:r>
          </a:p>
          <a:p xmlns:a="http://schemas.openxmlformats.org/drawingml/2006/main">
            <a:r>
              <a:t>④ 축하합니다. 고맙습니다 (X) - 감사에 관한 맥락입니다.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남자가 '아니요, 아직 고치고 있어요'라고 말했으므로 남자가 지금 컴퓨터를 수리 중인 상태입니다. 따라서 정답은 ③번입니다.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컴퓨터 다 고쳤어요?</a:t>
            </a:r>
          </a:p>
          <a:p xmlns:a="http://schemas.openxmlformats.org/drawingml/2006/main">
            <a:r>
              <a:t>남: 아니요, 아직 고치고 있어요. 조금만 기다려 주세요.</a:t>
            </a:r>
          </a:p>
          <a:p xmlns:a="http://schemas.openxmlformats.org/drawingml/2006/main">
            <a:r>
              <a:t>여: 그럼 컴퓨터를 다 고친 후에 저한테 꼭 연락해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수리를 완전히 끝냈습니다 (X) - 아직 진행형이므로 틀립니다.</a:t>
            </a:r>
          </a:p>
          <a:p xmlns:a="http://schemas.openxmlformats.org/drawingml/2006/main">
            <a:r>
              <a:t>② 여자가 고칩니다 (X) - 실제 수리 주체는 남자입니다.</a:t>
            </a:r>
          </a:p>
          <a:p xmlns:a="http://schemas.openxmlformats.org/drawingml/2006/main">
            <a:r>
              <a:t>③ 지금 컴퓨터를 고치고 있습니다 (O) - 대화 속 남자의 행동 상태와 완벽히 맞아떨어집니다.</a:t>
            </a:r>
          </a:p>
          <a:p xmlns:a="http://schemas.openxmlformats.org/drawingml/2006/main">
            <a:r>
              <a:t>④ 새로 살 것입니다 (X) - 수리 중이므로 어울리지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상대방이 생일 축하와 함께 선물을 건넸으므로 감사를 표하는 '정말 고마워요' 대화인 ①번이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생일 축하해요! 여기 제 생일 선물이에요.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정말 고마워요. 마음에 들어요 (O) - 선물을 받고 나누는 자연스럽고 훈훈한 화답입니다.</a:t>
            </a:r>
          </a:p>
          <a:p xmlns:a="http://schemas.openxmlformats.org/drawingml/2006/main">
            <a:r>
              <a:t>② 안녕히 계세요 (X) - 헤어지는 작별 구도이므로 어색합니다.</a:t>
            </a:r>
          </a:p>
          <a:p xmlns:a="http://schemas.openxmlformats.org/drawingml/2006/main">
            <a:r>
              <a:t>③ 죄송합니다 (X) - 실수를 고백하거나 사과할 때 쓰는 표현입니다.</a:t>
            </a:r>
          </a:p>
          <a:p xmlns:a="http://schemas.openxmlformats.org/drawingml/2006/main">
            <a:r>
              <a:t>④ 저는 선물이 없어요 (X) - 선물을 수령하는 입장에서의 답으로 무례합니다.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사과와 바나나를 지정하여 주문하고 금액을 결제하는 대화이므로 청과 상점인 **과일 가게**가 맞습니다.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사장님, 맛있는 사과 세 개랑 노란 바나나 한 송이 주세요.</a:t>
            </a:r>
          </a:p>
          <a:p xmlns:a="http://schemas.openxmlformats.org/drawingml/2006/main">
            <a:r>
              <a:t>여: 네, 손님. 여기 담아 드립니다. 모두 합해서 구천 원입니다.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우편 관련 대화가 아닙니다.</a:t>
            </a:r>
          </a:p>
          <a:p xmlns:a="http://schemas.openxmlformats.org/drawingml/2006/main">
            <a:r>
              <a:t>② 과일 가게 (O) - 사과와 바나나를 현금 계산하여 포장하는 상거래 장소이므로 정확합니다.</a:t>
            </a:r>
          </a:p>
          <a:p xmlns:a="http://schemas.openxmlformats.org/drawingml/2006/main">
            <a:r>
              <a:t>③ 병원 (X) - 건강에 관한 의학적 조언 대사가 아닙니다.</a:t>
            </a:r>
          </a:p>
          <a:p xmlns:a="http://schemas.openxmlformats.org/drawingml/2006/main">
            <a:r>
              <a:t>④ 세탁소 (X) - 세탁 의류를 취급하는 정황이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지갑은 집에 두었으나 주머니에 신용카드가 있다고 진술했으므로, ②번 '남자는 지금 신용카드를 가지고 있다'가 확실한 일치 사실입니다.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지갑에 지금 현금이 좀 있어요?</a:t>
            </a:r>
          </a:p>
          <a:p xmlns:a="http://schemas.openxmlformats.org/drawingml/2006/main">
            <a:r>
              <a:t>남: 아니요, 지갑을 오늘 집에 두고 나와서 현금은 없어요. 대신 주머니에 신용카드는 있어요.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현금이 많습니다 (X) - 지갑이 집에 있고 현금이 전혀 없다고 밝혔습니다.</a:t>
            </a:r>
          </a:p>
          <a:p xmlns:a="http://schemas.openxmlformats.org/drawingml/2006/main">
            <a:r>
              <a:t>② 신용카드를 가지고 있습니다 (O) - 주머니에 카드가 들어있는 상태이므로 사실과 부합합니다.</a:t>
            </a:r>
          </a:p>
          <a:p xmlns:a="http://schemas.openxmlformats.org/drawingml/2006/main">
            <a:r>
              <a:t>③ 지갑을 찾으러 집에 갑니다 (X) - 집에 가겠다는 동작 의도는 직접 언급되지 않았습니다.</a:t>
            </a:r>
          </a:p>
          <a:p xmlns:a="http://schemas.openxmlformats.org/drawingml/2006/main">
            <a:r>
              <a:t>④ 지갑을 선물해 줍니다 (X) - 선물에 대한 제안이나 거래 정황은 들리지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광고에 할인 가격이 20,000원으로 표시되어 있으므로 ③번이 내용과 같습니다.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삼만 원입니다 (X) - 삼만 원은 할인 전 가격입니다.</a:t>
            </a:r>
          </a:p>
          <a:p xmlns:a="http://schemas.openxmlformats.org/drawingml/2006/main">
            <a:r>
              <a:t>② 다음 달까지입니다 (X) - 이번 주 일요일까지라고 했습니다.</a:t>
            </a:r>
          </a:p>
          <a:p xmlns:a="http://schemas.openxmlformats.org/drawingml/2006/main">
            <a:r>
              <a:t>③ 이만 원에 살 수 있습니다 (O) - 표시된 할인 가격과 같습니다.</a:t>
            </a:r>
          </a:p>
          <a:p xmlns:a="http://schemas.openxmlformats.org/drawingml/2006/main">
            <a:r>
              <a:t>④ 일요일에 쉽니다 (X) - 일요일까지 할인한다는 뜻이지 휴무라는 뜻이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커피나 차처럼 컵에 담긴 음료를 셀 때는 단위 명사 '잔'을 사용합니다.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명 (X) - 사람을 세는 단위입니다.</a:t>
            </a:r>
          </a:p>
          <a:p xmlns:a="http://schemas.openxmlformats.org/drawingml/2006/main">
            <a:r>
              <a:t>② 잔 (O) - 컵에 담긴 음료를 세는 단위입니다.</a:t>
            </a:r>
          </a:p>
          <a:p xmlns:a="http://schemas.openxmlformats.org/drawingml/2006/main">
            <a:r>
              <a:t>③ 켤레 (X) - 신발이나 양말을 세는 단위입니다.</a:t>
            </a:r>
          </a:p>
          <a:p xmlns:a="http://schemas.openxmlformats.org/drawingml/2006/main">
            <a:r>
              <a:t>④ 장 (X) - 종이, 표, 얇은 물건을 세는 단위입니다.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여자는 현재 신발이 작아서 더 큰 사이즈로 교환해 달라고 요청했습니다.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신발은 조금 작아요. 한 사이즈 큰 것으로 바꿔 주세요.</a:t>
            </a:r>
          </a:p>
          <a:p xmlns:a="http://schemas.openxmlformats.org/drawingml/2006/main">
            <a:r>
              <a:t>남: 네, 손님.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값을 깎습니다 (X) - 가격 할인을 요청하지 않았습니다.</a:t>
            </a:r>
          </a:p>
          <a:p xmlns:a="http://schemas.openxmlformats.org/drawingml/2006/main">
            <a:r>
              <a:t>② 더 작은 것으로 바꿉니다 (X) - 현재 신발이 이미 작습니다.</a:t>
            </a:r>
          </a:p>
          <a:p xmlns:a="http://schemas.openxmlformats.org/drawingml/2006/main">
            <a:r>
              <a:t>③ 큰 사이즈 신발을 받습니다 (O) - 여자의 교환 요청과 일치합니다.</a:t>
            </a:r>
          </a:p>
          <a:p xmlns:a="http://schemas.openxmlformats.org/drawingml/2006/main">
            <a:r>
              <a:t>④ 신발을 빌립니다 (X) - 구매한 상품을 교환하는 상황입니다.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자전거를 사서 그것을 타는 행위가 '아주 재미있다'고 했고, 주말이 와서 빨리 타고 싶다는 기대감을 표현하고 있으므로, 글쓴이의 중심 생각은 **자전거 타는 것이 즐겁다**는 내용인 ③번이 확실합니다.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자전거를 타고 출근합니다 (X) - 목적지가 공원이므로 틀립니다.</a:t>
            </a:r>
          </a:p>
          <a:p xmlns:a="http://schemas.openxmlformats.org/drawingml/2006/main">
            <a:r>
              <a:t>② 자전거를 사고 싶습니다 (X) - 어제 새로 샀으므로 희망사항과 반대됩니다.</a:t>
            </a:r>
          </a:p>
          <a:p xmlns:a="http://schemas.openxmlformats.org/drawingml/2006/main">
            <a:r>
              <a:t>③ 자전거 타는 것이 즐겁습니다 (O) - 자전거를 타는 일이 재미있다는 서술과 완벽히 호환됩니다.</a:t>
            </a:r>
          </a:p>
          <a:p xmlns:a="http://schemas.openxmlformats.org/drawingml/2006/main">
            <a:r>
              <a:t>④ 주말마다 너무 바쁩니다 (X) - 주말을 대기하며 타고 싶어 할 뿐 바쁘다는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글의 마지막 문장인 '주말에는 다른 동네 사람들도 우리 동네 산에 많이 찾아옵니다'를 통해 주말에 외부 사람들이 동네 산을 찾는다는 것을 유추할 수 있습니다. 따라서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시끄럽습니다 (X) - 동네가 아주 조용하다고 진술했습니다.</a:t>
            </a:r>
          </a:p>
          <a:p xmlns:a="http://schemas.openxmlformats.org/drawingml/2006/main">
            <a:r>
              <a:t>② 산이 전혀 없습니다 (X) - 근처에 큰 산이 있다고 말했습니다.</a:t>
            </a:r>
          </a:p>
          <a:p xmlns:a="http://schemas.openxmlformats.org/drawingml/2006/main">
            <a:r>
              <a:t>③ 주말에 사람들이 우리 동네 산에 옵니다 (O) - 타지 사람들이 산에 찾아온다는 마지막 대목과 일치합니다.</a:t>
            </a:r>
          </a:p>
          <a:p xmlns:a="http://schemas.openxmlformats.org/drawingml/2006/main">
            <a:r>
              <a:t>④ 다른 동네로 갑니다 (X) - 자신이 타 동네로 등산하러 원정을 간다는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그림은 넓은 운동장이 있는 학교 전경을 묘사하고 있으므로, 학교 내 활동 상황인 ①번이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학교에서 수업을 듣습니다 (O) - 학교라는 특수 공간에서 일어나는 통상 활동에 완벽히 정합합니다.</a:t>
            </a:r>
          </a:p>
          <a:p xmlns:a="http://schemas.openxmlformats.org/drawingml/2006/main">
            <a:r>
              <a:t>② 영화관에서 팝콘을 먹습니다 (X) - 상영관의 정경이 아닙니다.</a:t>
            </a:r>
          </a:p>
          <a:p xmlns:a="http://schemas.openxmlformats.org/drawingml/2006/main">
            <a:r>
              <a:t>③ 병원에서 진료를 대기합니다 (X) - 환자 대기실 정경과 거리가 멉니다.</a:t>
            </a:r>
          </a:p>
          <a:p xmlns:a="http://schemas.openxmlformats.org/drawingml/2006/main">
            <a:r>
              <a:t>④ 은행에서 카드를 만듭니다 (X) - 금융 창구 데스크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회사에 가지 않고 집에서 쉬는 이유가 뒤이어 나오는 인과적 어미인 **이라서**(주말이기 때문에)가 결합해야 자연스럽습니다.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이어서 (X) - 행동이나 상태가 이어진다는 뜻이므로 인과성에 어긋납니다.</a:t>
            </a:r>
          </a:p>
          <a:p xmlns:a="http://schemas.openxmlformats.org/drawingml/2006/main">
            <a:r>
              <a:t>② 이라서 (O) - 주말이라는 조건이 원인이 되어 쉰다는 표현이 매끄럽습니다.</a:t>
            </a:r>
          </a:p>
          <a:p xmlns:a="http://schemas.openxmlformats.org/drawingml/2006/main">
            <a:r>
              <a:t>③ 이거나 (X) - 대상을 선택 나열하는 어미입니다.</a:t>
            </a:r>
          </a:p>
          <a:p xmlns:a="http://schemas.openxmlformats.org/drawingml/2006/main">
            <a:r>
              <a:t>④ 이지만 (X) - 양보/대조의 어미로 '회사에 간다'는 문장과 결합해야 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글쓴이가 오늘 오후에 동네 카페에 방문하여 독서를 할 생각이라고 계획을 밝혔으므로, ①번 '저는 오늘 동네 카페에 갈 계획이다'가 완벽하게 일치합니다.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동네 카페에 갈 계획입니다 (O) - 오늘 오후 독서 방문 계획 서술과 확실히 호환됩니다.</a:t>
            </a:r>
          </a:p>
          <a:p xmlns:a="http://schemas.openxmlformats.org/drawingml/2006/main">
            <a:r>
              <a:t>② 커피가 맛이 없습니다 (X) - '커피 맛도 정말 훌륭하다'고 극찬했으므로 모순됩니다.</a:t>
            </a:r>
          </a:p>
          <a:p xmlns:a="http://schemas.openxmlformats.org/drawingml/2006/main">
            <a:r>
              <a:t>③ 카페에서 친구를 만납니다 (X) - 친구에 관한 약속 진술은 없습니다.</a:t>
            </a:r>
          </a:p>
          <a:p xmlns:a="http://schemas.openxmlformats.org/drawingml/2006/main">
            <a:r>
              <a:t>④ 가격이 너무 비쌉니다 (X) - 가격 정보는 글 속에 명시되어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'주말에 뭐 할 거예요?'라며 미래 계획을 물어보았으므로, 자신의 주말 예정 활동을 '~을 거예요' 시제로 답하는 '집에서 책을 읽을 거예요.'(②)가 유일하게 알맞은 대답입니다.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이번 주말에 뭐 할 거예요?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좋았어요 (X) - 과거 시제 서술이므로 미래 계획 대답으로 안 맞습니다.</a:t>
            </a:r>
          </a:p>
          <a:p xmlns:a="http://schemas.openxmlformats.org/drawingml/2006/main">
            <a:r>
              <a:t>② 책을 읽을 거예요 (O) - 미래에 계획하는 행동을 자연스럽게 답변하는 격조입니다.</a:t>
            </a:r>
          </a:p>
          <a:p xmlns:a="http://schemas.openxmlformats.org/drawingml/2006/main">
            <a:r>
              <a:t>③ 영화를 봤어요 (X) - 과거 행동을 나타내므로 시제가 어긋납니다.</a:t>
            </a:r>
          </a:p>
          <a:p xmlns:a="http://schemas.openxmlformats.org/drawingml/2006/main">
            <a:r>
              <a:t>④ 아주 멀어요 (X) - 거리 정보 설명은 주말 계획과 무관합니다.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갑자기 비가 내리기 시작해 두 사람 모두 우산이 없는 상태입니다. 여자가 편의점에 우산을 사러 같이 가자고 제안했고 남자가 이에 수락했으므로 대화 직후 두 사람의 행동은 **우산을 사러 편의점에 가는 것**이 확실합니다. 따라서 정답은 ①번입니다.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지금 밖에 비가 많이 와요. 혹시 우산이 있어요?</a:t>
            </a:r>
          </a:p>
          <a:p xmlns:a="http://schemas.openxmlformats.org/drawingml/2006/main">
            <a:r>
              <a:t>남: 아니요, 안 가져왔어요. 수진 씨는 우산이 있어요?</a:t>
            </a:r>
          </a:p>
          <a:p xmlns:a="http://schemas.openxmlformats.org/drawingml/2006/main">
            <a:r>
              <a:t>여: 저도 없어요. 그럼 우리 아래층 편의점에 가서 우산을 같이 사요.</a:t>
            </a:r>
          </a:p>
          <a:p xmlns:a="http://schemas.openxmlformats.org/drawingml/2006/main">
            <a:r>
              <a:t>남: 네, 좋아요. 지금 같이 내려가요.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편의점에 우산을 사러 갑니다 (O) - 대화 마무리 단계에서 약속한 내용에 정확히 부합합니다.</a:t>
            </a:r>
          </a:p>
          <a:p xmlns:a="http://schemas.openxmlformats.org/drawingml/2006/main">
            <a:r>
              <a:t>② 공원에 가서 운동을 합니다 (X) - 비가 쏟아지고 있으므로 어색합니다.</a:t>
            </a:r>
          </a:p>
          <a:p xmlns:a="http://schemas.openxmlformats.org/drawingml/2006/main">
            <a:r>
              <a:t>③ 도서관에서 책을 빌립니다 (X) - 독서 활동 제안은 들리지 않습니다.</a:t>
            </a:r>
          </a:p>
          <a:p xmlns:a="http://schemas.openxmlformats.org/drawingml/2006/main">
            <a:r>
              <a:t>④ 우산을 빌려줍니다 (X) - 둘 다 우산이 없어 사러 가는 판이므로 불가합니다.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같이 도서관에 가자고 제안(갈래요?)했으므로 수락하며 시간과 장소를 약속하는 ①번이 가장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내일 아침에 도서관에 공부하러 같이 갈래요?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좋아요. 아침 여덟 시에 만나요 (O) - 제안을 흔쾌히 수락하고 약속 세부 정보를 확정하는 대화입니다.</a:t>
            </a:r>
          </a:p>
          <a:p xmlns:a="http://schemas.openxmlformats.org/drawingml/2006/main">
            <a:r>
              <a:t>② 책이 많이 꽂혀 있어요 (X) - 도서관의 시설 현황을 설명하는 엉뚱한 대답입니다.</a:t>
            </a:r>
          </a:p>
          <a:p xmlns:a="http://schemas.openxmlformats.org/drawingml/2006/main">
            <a:r>
              <a:t>③ 도서관은 멀어요 (X) - 제안에 거절하는 어조로 '네'로 동의하며 멀다고 하는 모순된 문장입니다.</a:t>
            </a:r>
          </a:p>
          <a:p xmlns:a="http://schemas.openxmlformats.org/drawingml/2006/main">
            <a:r>
              <a:t>④ 오늘 소설책을 다 읽었습니다 (X) - 도서관 학습 제안의 논지와 매칭이 안 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승무원과 승객이 대화를 나누며 가방 적재를 안내하고 있고, '기차가 출발한다'고 하였으므로 **기차 안**이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승무원님, 이 가방을 통로 쪽에 놓아도 괜찮을까요?</a:t>
            </a:r>
          </a:p>
          <a:p xmlns:a="http://schemas.openxmlformats.org/drawingml/2006/main">
            <a:r>
              <a:t>남: 아니요, 승객님. 통로는 위험하니 머리 위 선반에 올리시거나 안고 타셔야 합니다. 기차가 곧 출발합니다.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 (X) - 환자 및 진료 행위가 들리지 않습니다.</a:t>
            </a:r>
          </a:p>
          <a:p xmlns:a="http://schemas.openxmlformats.org/drawingml/2006/main">
            <a:r>
              <a:t>② 약국 (X) - 복약 지도 상황이 아닙니다.</a:t>
            </a:r>
          </a:p>
          <a:p xmlns:a="http://schemas.openxmlformats.org/drawingml/2006/main">
            <a:r>
              <a:t>③ 기차 안 (O) - 출발을 앞둔 기차 객실 정황과 안내 멘트가 완벽히 증명됩니다.</a:t>
            </a:r>
          </a:p>
          <a:p xmlns:a="http://schemas.openxmlformats.org/drawingml/2006/main">
            <a:r>
              <a:t>④ 서점 (X) - 도서 검색 및 판매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비가 오면 등산로가 미끄러워 취소하는 대신, 주말 일정을 미술관 관람으로 변경하자는 남자의 제안이 있으므로 ②번이 확실한 일치 진술입니다.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내일 비가 오면 등산 약속을 미뤄야 할까요?</a:t>
            </a:r>
          </a:p>
          <a:p xmlns:a="http://schemas.openxmlformats.org/drawingml/2006/main">
            <a:r>
              <a:t>남: 네, 산길이 미끄러우니 위험해요. 대신 주말 약속을 미술관 관람으로 변경해요.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등산을 강행할 것입니다 (X) - 위험하기 때문에 미루고 변경하자고 하였습니다.</a:t>
            </a:r>
          </a:p>
          <a:p xmlns:a="http://schemas.openxmlformats.org/drawingml/2006/main">
            <a:r>
              <a:t>② 비가 오면 미술관에 가기로 약속을 변경합니다 (O) - 대화 속 제안 사실과 완벽하게 부합합니다.</a:t>
            </a:r>
          </a:p>
          <a:p xmlns:a="http://schemas.openxmlformats.org/drawingml/2006/main">
            <a:r>
              <a:t>③ 도서관에서 만납니다 (X) - 변경 목적지는 도서관이 아닌 미술관입니다.</a:t>
            </a:r>
          </a:p>
          <a:p xmlns:a="http://schemas.openxmlformats.org/drawingml/2006/main">
            <a:r>
              <a:t>④ 비가 오지 않기를 바라고 있습니다 (X) - 기상 예측에 대한 심리적 서술은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일정표에 오후 4시 도서관 방문이 적혀 있으므로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아침에 도서관에 갑니다 (X) - 아침에는 병원에 갑니다.</a:t>
            </a:r>
          </a:p>
          <a:p xmlns:a="http://schemas.openxmlformats.org/drawingml/2006/main">
            <a:r>
              <a:t>② 점심 후 병원에 갑니다 (X) - 병원은 오전 일정입니다.</a:t>
            </a:r>
          </a:p>
          <a:p xmlns:a="http://schemas.openxmlformats.org/drawingml/2006/main">
            <a:r>
              <a:t>③ 오후 네 시에 도서관에 갑니다 (O) - 일정표의 내용과 같습니다.</a:t>
            </a:r>
          </a:p>
          <a:p xmlns:a="http://schemas.openxmlformats.org/drawingml/2006/main">
            <a:r>
              <a:t>④ 약속이 없습니다 (X) - 오후 1시에 점심 약속이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남자는 친구 생일을 맞아 내일 저녁에 친구와 함께 식사할 계획입니다.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내일 회사가 끝난 후에 뭐 할 거예요?</a:t>
            </a:r>
          </a:p>
          <a:p xmlns:a="http://schemas.openxmlformats.org/drawingml/2006/main">
            <a:r>
              <a:t>남: 친구 생일이라서 저녁에 같이 밥을 먹을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야근합니다 (X) - 회사가 끝난 후의 계획을 말하고 있습니다.</a:t>
            </a:r>
          </a:p>
          <a:p xmlns:a="http://schemas.openxmlformats.org/drawingml/2006/main">
            <a:r>
              <a:t>② 친구와 저녁을 먹습니다 (O) - 남자가 말한 내일 계획과 같습니다.</a:t>
            </a:r>
          </a:p>
          <a:p xmlns:a="http://schemas.openxmlformats.org/drawingml/2006/main">
            <a:r>
              <a:t>③ 집에서 쉽니다 (X) - 친구를 만날 예정입니다.</a:t>
            </a:r>
          </a:p>
          <a:p xmlns:a="http://schemas.openxmlformats.org/drawingml/2006/main">
            <a:r>
              <a:t>④ 책을 빌립니다 (X) - 책에 대한 언급이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오전에 비가 많이 온다는 예보 때문에 만나는 시간을 오후 3시로 변경했습니다.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내일 오전에 공원에서 만날까요?</a:t>
            </a:r>
          </a:p>
          <a:p xmlns:a="http://schemas.openxmlformats.org/drawingml/2006/main">
            <a:r>
              <a:t>여: 오전에는 비가 많이 온대요. 비가 그치는 오후 세 시에 만나요.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여자가 아파서 (X) - 건강 상태에 대한 말이 없습니다.</a:t>
            </a:r>
          </a:p>
          <a:p xmlns:a="http://schemas.openxmlformats.org/drawingml/2006/main">
            <a:r>
              <a:t>② 공원이 문을 닫아서 (X) - 공원 운영 시간은 언급되지 않았습니다.</a:t>
            </a:r>
          </a:p>
          <a:p xmlns:a="http://schemas.openxmlformats.org/drawingml/2006/main">
            <a:r>
              <a:t>③ 오전에 비가 와서 (O) - 약속 시간을 바꾼 직접적인 이유입니다.</a:t>
            </a:r>
          </a:p>
          <a:p xmlns:a="http://schemas.openxmlformats.org/drawingml/2006/main">
            <a:r>
              <a:t>④ 남자가 바빠서 (X) - 남자의 일정 문제는 나오지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3d140c59a47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fce9f900b149c5" /><Relationship Type="http://schemas.openxmlformats.org/officeDocument/2006/relationships/slideLayout" Target="/ppt/slideLayouts/slideLayout1.xml" Id="R6bdc2363fcfb4a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dc2363fcfb4a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a8b8a323f4500" /><Relationship Type="http://schemas.openxmlformats.org/officeDocument/2006/relationships/notesSlide" Target="/ppt/notesSlides/notesSlide1.xml" Id="R748022244226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efb3f7c6c4064" /><Relationship Type="http://schemas.openxmlformats.org/officeDocument/2006/relationships/notesSlide" Target="/ppt/notesSlides/notesSlide2.xml" Id="R229773508f8844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58328e17549e6" /><Relationship Type="http://schemas.openxmlformats.org/officeDocument/2006/relationships/image" Target="/ppt/media/image.jpeg" Id="R6dfc3d62a14243c6" /><Relationship Type="http://schemas.openxmlformats.org/officeDocument/2006/relationships/notesSlide" Target="/ppt/notesSlides/notesSlide3.xml" Id="R8aadc3b1d63447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bf0e1b0e44cf3" /><Relationship Type="http://schemas.openxmlformats.org/officeDocument/2006/relationships/notesSlide" Target="/ppt/notesSlides/notesSlide4.xml" Id="Re4769af8394245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657d2a93448e5" /><Relationship Type="http://schemas.openxmlformats.org/officeDocument/2006/relationships/image" Target="/ppt/media/image2.jpeg" Id="Rd03448a09d314a4f" /><Relationship Type="http://schemas.openxmlformats.org/officeDocument/2006/relationships/notesSlide" Target="/ppt/notesSlides/notesSlide5.xml" Id="R34edbecf5351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2562a0804d7c" /><Relationship Type="http://schemas.openxmlformats.org/officeDocument/2006/relationships/notesSlide" Target="/ppt/notesSlides/notesSlide6.xml" Id="Re1c70387367e4a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bdb0faaee4602" /><Relationship Type="http://schemas.openxmlformats.org/officeDocument/2006/relationships/notesSlide" Target="/ppt/notesSlides/notesSlide7.xml" Id="Rf6dfcc8330c9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4438f0b3445dc" /><Relationship Type="http://schemas.openxmlformats.org/officeDocument/2006/relationships/image" Target="/ppt/media/image3.jpeg" Id="R0856ba87bab44f46" /><Relationship Type="http://schemas.openxmlformats.org/officeDocument/2006/relationships/notesSlide" Target="/ppt/notesSlides/notesSlide8.xml" Id="R8a57127434f8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7aab57a994ccf" /><Relationship Type="http://schemas.openxmlformats.org/officeDocument/2006/relationships/notesSlide" Target="/ppt/notesSlides/notesSlide9.xml" Id="R50485e601bc845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b84d4b93e4484" /><Relationship Type="http://schemas.openxmlformats.org/officeDocument/2006/relationships/notesSlide" Target="/ppt/notesSlides/notesSlide10.xml" Id="Raef30b0c135e4c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f82460e3e48c7" /><Relationship Type="http://schemas.openxmlformats.org/officeDocument/2006/relationships/notesSlide" Target="/ppt/notesSlides/notesSlide11.xml" Id="R1daeb5b44137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95e31714f4fea" /><Relationship Type="http://schemas.openxmlformats.org/officeDocument/2006/relationships/notesSlide" Target="/ppt/notesSlides/notesSlide12.xml" Id="R5320f1a79c2740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229b965364cd8" /><Relationship Type="http://schemas.openxmlformats.org/officeDocument/2006/relationships/notesSlide" Target="/ppt/notesSlides/notesSlide13.xml" Id="R2dba7193f4a94e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c62743b984bba" /><Relationship Type="http://schemas.openxmlformats.org/officeDocument/2006/relationships/notesSlide" Target="/ppt/notesSlides/notesSlide14.xml" Id="R17abf6a3860841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908cede774adc" /><Relationship Type="http://schemas.openxmlformats.org/officeDocument/2006/relationships/notesSlide" Target="/ppt/notesSlides/notesSlide15.xml" Id="Rf3792f70b4a34b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a5a9ea12b4755" /><Relationship Type="http://schemas.openxmlformats.org/officeDocument/2006/relationships/notesSlide" Target="/ppt/notesSlides/notesSlide16.xml" Id="R27dd351fd6b44a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e608246545eb" /><Relationship Type="http://schemas.openxmlformats.org/officeDocument/2006/relationships/notesSlide" Target="/ppt/notesSlides/notesSlide17.xml" Id="Ra8fbf86ecbcb49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ab57c5c2141a5" /><Relationship Type="http://schemas.openxmlformats.org/officeDocument/2006/relationships/notesSlide" Target="/ppt/notesSlides/notesSlide18.xml" Id="R48d0257b6a7541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79067804f4338" /><Relationship Type="http://schemas.openxmlformats.org/officeDocument/2006/relationships/notesSlide" Target="/ppt/notesSlides/notesSlide19.xml" Id="Rf3bebc544c5645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b16414c2d450f" /><Relationship Type="http://schemas.openxmlformats.org/officeDocument/2006/relationships/image" Target="/ppt/media/image4.jpeg" Id="R3a4a1beaa2f94092" /><Relationship Type="http://schemas.openxmlformats.org/officeDocument/2006/relationships/notesSlide" Target="/ppt/notesSlides/notesSlide20.xml" Id="R7fb6275383f94f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8ab39a9074677" /><Relationship Type="http://schemas.openxmlformats.org/officeDocument/2006/relationships/notesSlide" Target="/ppt/notesSlides/notesSlide21.xml" Id="R411441349d384f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7b04a104a476e" /><Relationship Type="http://schemas.openxmlformats.org/officeDocument/2006/relationships/notesSlide" Target="/ppt/notesSlides/notesSlide22.xml" Id="Rb5ad4aa90ebe43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a5ee81e2147d3" /><Relationship Type="http://schemas.openxmlformats.org/officeDocument/2006/relationships/notesSlide" Target="/ppt/notesSlides/notesSlide23.xml" Id="R7a2d36080a4440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619226f0b4aaf" /><Relationship Type="http://schemas.openxmlformats.org/officeDocument/2006/relationships/notesSlide" Target="/ppt/notesSlides/notesSlide24.xml" Id="Rd6a31354db1244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6dd9f31ca4a5f" /><Relationship Type="http://schemas.openxmlformats.org/officeDocument/2006/relationships/notesSlide" Target="/ppt/notesSlides/notesSlide25.xml" Id="Rebdf95351bfa4e4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d424b8d254ebd" /><Relationship Type="http://schemas.openxmlformats.org/officeDocument/2006/relationships/notesSlide" Target="/ppt/notesSlides/notesSlide26.xml" Id="R0b333c7385074a4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30e7fc62943ae" /><Relationship Type="http://schemas.openxmlformats.org/officeDocument/2006/relationships/notesSlide" Target="/ppt/notesSlides/notesSlide27.xml" Id="R2db8e5b996c945d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69c6036de489c" /><Relationship Type="http://schemas.openxmlformats.org/officeDocument/2006/relationships/notesSlide" Target="/ppt/notesSlides/notesSlide28.xml" Id="R3fb895b8223d440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fbbae6a414c56" /><Relationship Type="http://schemas.openxmlformats.org/officeDocument/2006/relationships/notesSlide" Target="/ppt/notesSlides/notesSlide29.xml" Id="R1702976c96e14d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13ec8a36948ce" /><Relationship Type="http://schemas.openxmlformats.org/officeDocument/2006/relationships/notesSlide" Target="/ppt/notesSlides/notesSlide30.xml" Id="Re9f96f227a84415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6e53cb1914228" /><Relationship Type="http://schemas.openxmlformats.org/officeDocument/2006/relationships/notesSlide" Target="/ppt/notesSlides/notesSlide31.xml" Id="R5a105bea360b46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d5a3ac8e04bdc" /><Relationship Type="http://schemas.openxmlformats.org/officeDocument/2006/relationships/notesSlide" Target="/ppt/notesSlides/notesSlide32.xml" Id="R61709d730cc84c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86ef1507646b5" /><Relationship Type="http://schemas.openxmlformats.org/officeDocument/2006/relationships/notesSlide" Target="/ppt/notesSlides/notesSlide33.xml" Id="R080523d6358d43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c04bbb6a44dfb" /><Relationship Type="http://schemas.openxmlformats.org/officeDocument/2006/relationships/image" Target="/ppt/media/image5.jpeg" Id="R29ad1d117f184353" /><Relationship Type="http://schemas.openxmlformats.org/officeDocument/2006/relationships/notesSlide" Target="/ppt/notesSlides/notesSlide34.xml" Id="R514a514dbc5146e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87ca3122940cb" /><Relationship Type="http://schemas.openxmlformats.org/officeDocument/2006/relationships/notesSlide" Target="/ppt/notesSlides/notesSlide35.xml" Id="R171f111bba0a479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a33de90634ce0" /><Relationship Type="http://schemas.openxmlformats.org/officeDocument/2006/relationships/notesSlide" Target="/ppt/notesSlides/notesSlide36.xml" Id="R3777b26990724c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d58b76894431c" /><Relationship Type="http://schemas.openxmlformats.org/officeDocument/2006/relationships/notesSlide" Target="/ppt/notesSlides/notesSlide37.xml" Id="R7b20719fb1d848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f3a7a7f6749bf" /><Relationship Type="http://schemas.openxmlformats.org/officeDocument/2006/relationships/image" Target="/ppt/media/image6.jpeg" Id="R764edcbb7d374488" /><Relationship Type="http://schemas.openxmlformats.org/officeDocument/2006/relationships/notesSlide" Target="/ppt/notesSlides/notesSlide38.xml" Id="R2ef20411555749a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6104cab174949" /><Relationship Type="http://schemas.openxmlformats.org/officeDocument/2006/relationships/notesSlide" Target="/ppt/notesSlides/notesSlide39.xml" Id="R71b6adc48629443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7647a8c7e43af" /><Relationship Type="http://schemas.openxmlformats.org/officeDocument/2006/relationships/notesSlide" Target="/ppt/notesSlides/notesSlide40.xml" Id="R7f07ef30b06843c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9713df604dcc" /><Relationship Type="http://schemas.openxmlformats.org/officeDocument/2006/relationships/notesSlide" Target="/ppt/notesSlides/notesSlide41.xml" Id="Rfc5ea2a5daaf4a4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79686b4724d9e" /><Relationship Type="http://schemas.openxmlformats.org/officeDocument/2006/relationships/notesSlide" Target="/ppt/notesSlides/notesSlide42.xml" Id="Rf97bfb8acb8448b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0678bf22943b7" /><Relationship Type="http://schemas.openxmlformats.org/officeDocument/2006/relationships/notesSlide" Target="/ppt/notesSlides/notesSlide43.xml" Id="Rbaa592c7334a4dc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8f916a24543b9" /><Relationship Type="http://schemas.openxmlformats.org/officeDocument/2006/relationships/notesSlide" Target="/ppt/notesSlides/notesSlide44.xml" Id="Rde2f331d9df04a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DA0E7-0C5E-4A6E-BEE0-96B46DC1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" name="deck-kicker">
            <a:extLst xmlns:a="http://schemas.openxmlformats.org/drawingml/2006/main">
              <a:ext uri="{FF2B5EF4-FFF2-40B4-BE49-F238E27FC236}">
                <a16:creationId xmlns:a16="http://schemas.microsoft.com/office/drawing/2014/main" id="{41FA83A0-6FCB-4D14-8A3F-FA2227B2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67E8F9"/>
                </a:solidFill>
              </a:defRPr>
            </a:pPr>
            <a:r>
              <a:rPr sz="4800" b="1">
                <a:solidFill>
                  <a:srgbClr val="67E8F9"/>
                </a:solidFill>
              </a:rPr>
              <a:t>TOPIK I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D0F2B0EE-EB9B-4D16-B947-8F3A97A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3회 완성 초고속 특강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DC1212A-C667-46AD-8D5B-4352986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한 문제 한 화면 · 오프라인 수업용 PowerPoint</a:t>
            </a:r>
          </a:p>
        </p:txBody>
      </p:sp>
      <p:sp>
        <p:nvSpPr>
          <p:cNvPr id="5" name="deck-flow">
            <a:extLst xmlns:a="http://schemas.openxmlformats.org/drawingml/2006/main">
              <a:ext uri="{FF2B5EF4-FFF2-40B4-BE49-F238E27FC236}">
                <a16:creationId xmlns:a16="http://schemas.microsoft.com/office/drawing/2014/main" id="{155CE6AF-EF64-4617-BA46-C3B49758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A5B4FC"/>
                </a:solidFill>
              </a:defRPr>
            </a:pPr>
            <a:r>
              <a:rPr sz="1650">
                <a:solidFill>
                  <a:srgbClr val="A5B4FC"/>
                </a:solidFill>
              </a:rPr>
              <a:t>읽기 전 지식 → 문제 풀이 → 듣기 전 지식 → 복습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EAFAA7A-3EC4-4A90-98DC-73BE817C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E2E65D4-4752-448F-9B25-79EBCAFE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수업용 교안</a:t>
            </a:r>
          </a:p>
        </p:txBody>
      </p:sp>
    </p:spTree>
    <p:extLst>
      <p:ext uri="{BB962C8B-B14F-4D97-AF65-F5344CB8AC3E}">
        <p14:creationId xmlns:p14="http://schemas.microsoft.com/office/powerpoint/2010/main" val="969573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1-kicker">
            <a:extLst xmlns:a="http://schemas.openxmlformats.org/drawingml/2006/main">
              <a:ext uri="{FF2B5EF4-FFF2-40B4-BE49-F238E27FC236}">
                <a16:creationId xmlns:a16="http://schemas.microsoft.com/office/drawing/2014/main" id="{030F42FB-5C7F-43C3-8136-846FB8C4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01</a:t>
            </a:r>
          </a:p>
        </p:txBody>
      </p:sp>
      <p:sp>
        <p:nvSpPr>
          <p:cNvPr id="2" name="session-1-title">
            <a:extLst xmlns:a="http://schemas.openxmlformats.org/drawingml/2006/main">
              <a:ext uri="{FF2B5EF4-FFF2-40B4-BE49-F238E27FC236}">
                <a16:creationId xmlns:a16="http://schemas.microsoft.com/office/drawing/2014/main" id="{EF4FA387-E564-43CE-9066-E27FD99A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1회차: 기본 인물, 장소, 동작 마스터</a:t>
            </a:r>
          </a:p>
        </p:txBody>
      </p:sp>
      <p:sp>
        <p:nvSpPr>
          <p:cNvPr id="3" name="session-1-subtitle">
            <a:extLst xmlns:a="http://schemas.openxmlformats.org/drawingml/2006/main">
              <a:ext uri="{FF2B5EF4-FFF2-40B4-BE49-F238E27FC236}">
                <a16:creationId xmlns:a16="http://schemas.microsoft.com/office/drawing/2014/main" id="{1DCF7446-3799-4E13-A5C1-97ADD6AF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TOPIK I 합격의 첫걸음! 일상생활의 주체(인물)와 공간(장소) 및 기본 동사를 배웁니다.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F05D5-FE36-4225-9646-F9530253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1-count">
            <a:extLst xmlns:a="http://schemas.openxmlformats.org/drawingml/2006/main">
              <a:ext uri="{FF2B5EF4-FFF2-40B4-BE49-F238E27FC236}">
                <a16:creationId xmlns:a16="http://schemas.microsoft.com/office/drawing/2014/main" id="{EB510AED-FBF2-47D2-91DE-5C8402CE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14문항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05008B2-44C5-4AAC-99F2-3EB58E2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2020BFE-D4E9-42CE-B749-1EDEC241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시작</a:t>
            </a:r>
          </a:p>
        </p:txBody>
      </p:sp>
    </p:spTree>
    <p:extLst>
      <p:ext uri="{BB962C8B-B14F-4D97-AF65-F5344CB8AC3E}">
        <p14:creationId xmlns:p14="http://schemas.microsoft.com/office/powerpoint/2010/main" val="1825645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6498E-14EB-4B3C-96AC-423E0A35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1-number">
            <a:extLst xmlns:a="http://schemas.openxmlformats.org/drawingml/2006/main">
              <a:ext uri="{FF2B5EF4-FFF2-40B4-BE49-F238E27FC236}">
                <a16:creationId xmlns:a16="http://schemas.microsoft.com/office/drawing/2014/main" id="{785C48D2-40F0-4893-A956-4F4967A5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1_r1-category">
            <a:extLst xmlns:a="http://schemas.openxmlformats.org/drawingml/2006/main">
              <a:ext uri="{FF2B5EF4-FFF2-40B4-BE49-F238E27FC236}">
                <a16:creationId xmlns:a16="http://schemas.microsoft.com/office/drawing/2014/main" id="{12107FE7-644F-4AFB-8CEA-BD4ED662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1-text">
            <a:extLst xmlns:a="http://schemas.openxmlformats.org/drawingml/2006/main">
              <a:ext uri="{FF2B5EF4-FFF2-40B4-BE49-F238E27FC236}">
                <a16:creationId xmlns:a16="http://schemas.microsoft.com/office/drawing/2014/main" id="{45CBD334-9A22-44DF-B978-CF7B96C7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무엇을 하는 상황인지 가장 알맞은 것을 고르십시오. (TOPIK I 기출)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c3d62a14243c6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507A4-E9B1-43D8-B918-8D96621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1-option-1">
            <a:extLst xmlns:a="http://schemas.openxmlformats.org/drawingml/2006/main">
              <a:ext uri="{FF2B5EF4-FFF2-40B4-BE49-F238E27FC236}">
                <a16:creationId xmlns:a16="http://schemas.microsoft.com/office/drawing/2014/main" id="{A2FCF446-9F0A-422F-BF68-E9CA366B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밥을 먹습니다.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21814-2C4C-4ACF-A271-C79F6492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1-option-2">
            <a:extLst xmlns:a="http://schemas.openxmlformats.org/drawingml/2006/main">
              <a:ext uri="{FF2B5EF4-FFF2-40B4-BE49-F238E27FC236}">
                <a16:creationId xmlns:a16="http://schemas.microsoft.com/office/drawing/2014/main" id="{9C3825A0-ABF2-45F1-9F8D-867911D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노래를 부릅니다.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43AAD-C149-4420-9167-0FFC75A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1-option-3">
            <a:extLst xmlns:a="http://schemas.openxmlformats.org/drawingml/2006/main">
              <a:ext uri="{FF2B5EF4-FFF2-40B4-BE49-F238E27FC236}">
                <a16:creationId xmlns:a16="http://schemas.microsoft.com/office/drawing/2014/main" id="{EA9DA193-6B1F-4B28-8A9E-B91883A1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책을 고릅니다.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695BA-0610-45EE-B198-14333B82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1-option-4">
            <a:extLst xmlns:a="http://schemas.openxmlformats.org/drawingml/2006/main">
              <a:ext uri="{FF2B5EF4-FFF2-40B4-BE49-F238E27FC236}">
                <a16:creationId xmlns:a16="http://schemas.microsoft.com/office/drawing/2014/main" id="{BE7FC63D-E742-4ECE-9366-6929DF7E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옷을 삽니다.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2EEBE89-B882-4329-BA1E-5A698D07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04CB7E-C130-42D2-8E0F-90F2FCE0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1/14</a:t>
            </a:r>
          </a:p>
        </p:txBody>
      </p:sp>
    </p:spTree>
    <p:extLst>
      <p:ext uri="{BB962C8B-B14F-4D97-AF65-F5344CB8AC3E}">
        <p14:creationId xmlns:p14="http://schemas.microsoft.com/office/powerpoint/2010/main" val="1031480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30BEC-E671-49DF-9D03-0E2974E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F1C3C9FC-8059-481B-A971-09147E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68E079E3-52AB-4A5E-A278-4EFE59A2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BB996B9C-60AA-46C8-A1F2-F59B94FD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5A6B6-9820-436A-A401-17E0B6D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E4836CBA-12A9-4795-B6BE-B2FF86BF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7F445-0529-4EAC-BADC-8B7323D8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BB5C4210-1635-4369-BBB8-5794881B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F61C5-DD05-4576-A43B-182689C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638CD214-C60B-4D96-9AB1-68B93A8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B5DA0-D7A9-4D3D-8E4F-9FAB0BD2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192AA99-DBC5-47C8-9F26-56814795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83BC1-F83E-4027-9F74-11885D1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40E0A58A-211C-44B4-B92A-AF19869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1FBD3A4-1A42-4C28-8E39-72E42B2E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1DD63D6-62D9-48F6-8B3B-86A438D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1679881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E1DF5-B0C7-4F50-974B-6710FC89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3-number">
            <a:extLst xmlns:a="http://schemas.openxmlformats.org/drawingml/2006/main">
              <a:ext uri="{FF2B5EF4-FFF2-40B4-BE49-F238E27FC236}">
                <a16:creationId xmlns:a16="http://schemas.microsoft.com/office/drawing/2014/main" id="{D4964D06-04F0-4359-AC41-1A4D7AE9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1_r3-category">
            <a:extLst xmlns:a="http://schemas.openxmlformats.org/drawingml/2006/main">
              <a:ext uri="{FF2B5EF4-FFF2-40B4-BE49-F238E27FC236}">
                <a16:creationId xmlns:a16="http://schemas.microsoft.com/office/drawing/2014/main" id="{5789900F-670E-43E2-AD23-13BEAD6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3-text">
            <a:extLst xmlns:a="http://schemas.openxmlformats.org/drawingml/2006/main">
              <a:ext uri="{FF2B5EF4-FFF2-40B4-BE49-F238E27FC236}">
                <a16:creationId xmlns:a16="http://schemas.microsoft.com/office/drawing/2014/main" id="{2EDD632A-593B-4992-BF02-0AC0F63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들어맞는 문장으로 가장 알맞은 것을 고르십시오.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448a09d314a4f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05737-AABA-4983-903D-B45D336B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3-option-1">
            <a:extLst xmlns:a="http://schemas.openxmlformats.org/drawingml/2006/main">
              <a:ext uri="{FF2B5EF4-FFF2-40B4-BE49-F238E27FC236}">
                <a16:creationId xmlns:a16="http://schemas.microsoft.com/office/drawing/2014/main" id="{C64CB8E6-A3C1-44C7-912E-CCDD6D3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진료를 받습니다.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E7879-F002-43FC-B882-63F9AFB6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3-option-2">
            <a:extLst xmlns:a="http://schemas.openxmlformats.org/drawingml/2006/main">
              <a:ext uri="{FF2B5EF4-FFF2-40B4-BE49-F238E27FC236}">
                <a16:creationId xmlns:a16="http://schemas.microsoft.com/office/drawing/2014/main" id="{C868426C-1CB2-4497-BEFC-325FAB5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장난감을 가지고 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EC211-E7AA-49EC-A803-39C2C82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3-option-3">
            <a:extLst xmlns:a="http://schemas.openxmlformats.org/drawingml/2006/main">
              <a:ext uri="{FF2B5EF4-FFF2-40B4-BE49-F238E27FC236}">
                <a16:creationId xmlns:a16="http://schemas.microsoft.com/office/drawing/2014/main" id="{164E7A1F-55DD-4DFF-AD8D-EB734D31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공부를 가르칩니다.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83BDE-87A5-4497-8EE6-FAC6AD9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3-option-4">
            <a:extLst xmlns:a="http://schemas.openxmlformats.org/drawingml/2006/main">
              <a:ext uri="{FF2B5EF4-FFF2-40B4-BE49-F238E27FC236}">
                <a16:creationId xmlns:a16="http://schemas.microsoft.com/office/drawing/2014/main" id="{CCC41B25-6E0B-473E-8CB8-E8AB9D8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요리를 시킵니다.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102B5F7-64BB-443F-A0BC-63E1BBF6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B88224-E82B-48C6-B17D-410F9DF8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3/14</a:t>
            </a:r>
          </a:p>
        </p:txBody>
      </p:sp>
    </p:spTree>
    <p:extLst>
      <p:ext uri="{BB962C8B-B14F-4D97-AF65-F5344CB8AC3E}">
        <p14:creationId xmlns:p14="http://schemas.microsoft.com/office/powerpoint/2010/main" val="1041470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6A25C-B409-496F-A072-176C803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4-number">
            <a:extLst xmlns:a="http://schemas.openxmlformats.org/drawingml/2006/main">
              <a:ext uri="{FF2B5EF4-FFF2-40B4-BE49-F238E27FC236}">
                <a16:creationId xmlns:a16="http://schemas.microsoft.com/office/drawing/2014/main" id="{E55A58F6-6F4D-44BC-9BE6-07455A7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1_r4-category">
            <a:extLst xmlns:a="http://schemas.openxmlformats.org/drawingml/2006/main">
              <a:ext uri="{FF2B5EF4-FFF2-40B4-BE49-F238E27FC236}">
                <a16:creationId xmlns:a16="http://schemas.microsoft.com/office/drawing/2014/main" id="{CB81D916-DD00-49B0-B58C-8711CA20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4-text">
            <a:extLst xmlns:a="http://schemas.openxmlformats.org/drawingml/2006/main">
              <a:ext uri="{FF2B5EF4-FFF2-40B4-BE49-F238E27FC236}">
                <a16:creationId xmlns:a16="http://schemas.microsoft.com/office/drawing/2014/main" id="{DEE0A89A-F507-4ED8-B76A-12EF1A8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246E4-DBB5-4904-81FC-23D97B7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4-passage">
            <a:extLst xmlns:a="http://schemas.openxmlformats.org/drawingml/2006/main">
              <a:ext uri="{FF2B5EF4-FFF2-40B4-BE49-F238E27FC236}">
                <a16:creationId xmlns:a16="http://schemas.microsoft.com/office/drawing/2014/main" id="{5B5A5DA6-1420-4241-9DE1-DD53E605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주말에 도서관에 갑니다. 도서관(         ) 책을 많이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5F255-D0D4-4977-B1E5-3FF2E9B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4-option-1">
            <a:extLst xmlns:a="http://schemas.openxmlformats.org/drawingml/2006/main">
              <a:ext uri="{FF2B5EF4-FFF2-40B4-BE49-F238E27FC236}">
                <a16:creationId xmlns:a16="http://schemas.microsoft.com/office/drawing/2014/main" id="{9EC4F8D9-D385-423F-B63C-8D3FB936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AC093-C15F-432F-B207-0B665C68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4-option-2">
            <a:extLst xmlns:a="http://schemas.openxmlformats.org/drawingml/2006/main">
              <a:ext uri="{FF2B5EF4-FFF2-40B4-BE49-F238E27FC236}">
                <a16:creationId xmlns:a16="http://schemas.microsoft.com/office/drawing/2014/main" id="{716F4681-7FB3-498B-A3FC-5744898D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BC6D6-9630-4832-BF15-5FD9708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4-option-3">
            <a:extLst xmlns:a="http://schemas.openxmlformats.org/drawingml/2006/main">
              <a:ext uri="{FF2B5EF4-FFF2-40B4-BE49-F238E27FC236}">
                <a16:creationId xmlns:a16="http://schemas.microsoft.com/office/drawing/2014/main" id="{55864080-835B-4BBF-A933-B6ADACDB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04B79-D408-4B53-9319-84FED504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4-option-4">
            <a:extLst xmlns:a="http://schemas.openxmlformats.org/drawingml/2006/main">
              <a:ext uri="{FF2B5EF4-FFF2-40B4-BE49-F238E27FC236}">
                <a16:creationId xmlns:a16="http://schemas.microsoft.com/office/drawing/2014/main" id="{E218126B-5E17-4911-8062-110B61B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의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3A8A3F8-39CF-49F2-9FEE-5FCC3CD5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1E1C1C-1E75-43A5-882B-4DF5F40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4/14</a:t>
            </a:r>
          </a:p>
        </p:txBody>
      </p:sp>
    </p:spTree>
    <p:extLst>
      <p:ext uri="{BB962C8B-B14F-4D97-AF65-F5344CB8AC3E}">
        <p14:creationId xmlns:p14="http://schemas.microsoft.com/office/powerpoint/2010/main" val="1609655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22A52-199D-4CE5-BC84-469B3774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5-number">
            <a:extLst xmlns:a="http://schemas.openxmlformats.org/drawingml/2006/main">
              <a:ext uri="{FF2B5EF4-FFF2-40B4-BE49-F238E27FC236}">
                <a16:creationId xmlns:a16="http://schemas.microsoft.com/office/drawing/2014/main" id="{C11D9285-029D-4426-8444-2E567F08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1_r5-category">
            <a:extLst xmlns:a="http://schemas.openxmlformats.org/drawingml/2006/main">
              <a:ext uri="{FF2B5EF4-FFF2-40B4-BE49-F238E27FC236}">
                <a16:creationId xmlns:a16="http://schemas.microsoft.com/office/drawing/2014/main" id="{60D135F4-03BD-43F7-90B0-845B4E76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5-text">
            <a:extLst xmlns:a="http://schemas.openxmlformats.org/drawingml/2006/main">
              <a:ext uri="{FF2B5EF4-FFF2-40B4-BE49-F238E27FC236}">
                <a16:creationId xmlns:a16="http://schemas.microsoft.com/office/drawing/2014/main" id="{CDAA7F9B-A44C-4FE8-A3F7-1E42611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6DBB7-CE6E-4B4B-9DEA-7486A51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5-passage">
            <a:extLst xmlns:a="http://schemas.openxmlformats.org/drawingml/2006/main">
              <a:ext uri="{FF2B5EF4-FFF2-40B4-BE49-F238E27FC236}">
                <a16:creationId xmlns:a16="http://schemas.microsoft.com/office/drawing/2014/main" id="{EE91CE1B-93AC-414F-AC41-9B5FB26B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한국 노래를 자주 듣습니다. 특히 BTS 노래를 정말 좋아합니다. 나중에 한국 콘서트에 직접 가서 한국 가수들을 만나고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17A21-6533-43DF-AF89-DF6F8837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5-option-1">
            <a:extLst xmlns:a="http://schemas.openxmlformats.org/drawingml/2006/main">
              <a:ext uri="{FF2B5EF4-FFF2-40B4-BE49-F238E27FC236}">
                <a16:creationId xmlns:a16="http://schemas.microsoft.com/office/drawing/2014/main" id="{62A9AB8D-31E2-4F17-A63D-9871561F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한국 가수를 좋아합니다.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6412A-8343-48D4-A997-836316D6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5-option-2">
            <a:extLst xmlns:a="http://schemas.openxmlformats.org/drawingml/2006/main">
              <a:ext uri="{FF2B5EF4-FFF2-40B4-BE49-F238E27FC236}">
                <a16:creationId xmlns:a16="http://schemas.microsoft.com/office/drawing/2014/main" id="{65328F81-039E-4617-858C-B19FD5B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노래방에 자주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93C6A-A6F6-4CE5-8D59-E7492B2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5-option-3">
            <a:extLst xmlns:a="http://schemas.openxmlformats.org/drawingml/2006/main">
              <a:ext uri="{FF2B5EF4-FFF2-40B4-BE49-F238E27FC236}">
                <a16:creationId xmlns:a16="http://schemas.microsoft.com/office/drawing/2014/main" id="{85FCE312-ED33-46A8-B454-EA49C3EF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방학 때 여행을 갈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02434-DCA1-4AF2-A4FF-E225476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5-option-4">
            <a:extLst xmlns:a="http://schemas.openxmlformats.org/drawingml/2006/main">
              <a:ext uri="{FF2B5EF4-FFF2-40B4-BE49-F238E27FC236}">
                <a16:creationId xmlns:a16="http://schemas.microsoft.com/office/drawing/2014/main" id="{A5483C06-3A07-4D05-9799-90882E5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춤을 열심히 배웁니다.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86AA42C-9078-4F76-AED5-1DD47A4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9C106A-7C78-4E06-B05B-7D6E9536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5/14</a:t>
            </a:r>
          </a:p>
        </p:txBody>
      </p:sp>
    </p:spTree>
    <p:extLst>
      <p:ext uri="{BB962C8B-B14F-4D97-AF65-F5344CB8AC3E}">
        <p14:creationId xmlns:p14="http://schemas.microsoft.com/office/powerpoint/2010/main" val="1567564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5BE53-CDAD-4DFF-909C-4AB1990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1-number">
            <a:extLst xmlns:a="http://schemas.openxmlformats.org/drawingml/2006/main">
              <a:ext uri="{FF2B5EF4-FFF2-40B4-BE49-F238E27FC236}">
                <a16:creationId xmlns:a16="http://schemas.microsoft.com/office/drawing/2014/main" id="{2A2B46BE-EAB1-495D-993D-F4E0B50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1_l1-category">
            <a:extLst xmlns:a="http://schemas.openxmlformats.org/drawingml/2006/main">
              <a:ext uri="{FF2B5EF4-FFF2-40B4-BE49-F238E27FC236}">
                <a16:creationId xmlns:a16="http://schemas.microsoft.com/office/drawing/2014/main" id="{65078A88-33BC-4EDD-963C-4EB004E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1-text">
            <a:extLst xmlns:a="http://schemas.openxmlformats.org/drawingml/2006/main">
              <a:ext uri="{FF2B5EF4-FFF2-40B4-BE49-F238E27FC236}">
                <a16:creationId xmlns:a16="http://schemas.microsoft.com/office/drawing/2014/main" id="{0D838A3D-DAC6-463C-9739-0FA5F06E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그림과 어울리는 올바른 대화 상황을 고르십시오. (TOPIK I 기출)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6ba87bab44f46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C0387-F9A5-4277-9A22-799EEB46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l1-option-1">
            <a:extLst xmlns:a="http://schemas.openxmlformats.org/drawingml/2006/main">
              <a:ext uri="{FF2B5EF4-FFF2-40B4-BE49-F238E27FC236}">
                <a16:creationId xmlns:a16="http://schemas.microsoft.com/office/drawing/2014/main" id="{0A94D46B-DBBB-409B-8C4E-B15F05F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병원에서 의사와 간호사가 환자를 만납니다.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F6669-400C-4DB5-B4EF-AAD34289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l1-option-2">
            <a:extLst xmlns:a="http://schemas.openxmlformats.org/drawingml/2006/main">
              <a:ext uri="{FF2B5EF4-FFF2-40B4-BE49-F238E27FC236}">
                <a16:creationId xmlns:a16="http://schemas.microsoft.com/office/drawing/2014/main" id="{58425ED0-DEE8-4EAC-B131-D75896FF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카페에서 여자가 음료와 디저트를 주문합니다.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7A3D1-3911-42F1-8301-5A362B9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l1-option-3">
            <a:extLst xmlns:a="http://schemas.openxmlformats.org/drawingml/2006/main">
              <a:ext uri="{FF2B5EF4-FFF2-40B4-BE49-F238E27FC236}">
                <a16:creationId xmlns:a16="http://schemas.microsoft.com/office/drawing/2014/main" id="{BDBDFEB5-E7AE-401D-8CCC-79866416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은행에서 남자가 카드를 넣어 돈을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DCD7A-E84F-46ED-8B1C-143707C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l1-option-4">
            <a:extLst xmlns:a="http://schemas.openxmlformats.org/drawingml/2006/main">
              <a:ext uri="{FF2B5EF4-FFF2-40B4-BE49-F238E27FC236}">
                <a16:creationId xmlns:a16="http://schemas.microsoft.com/office/drawing/2014/main" id="{03DDB640-980B-41FC-9330-F7F742D5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서점에서 남자가 직원에게 책 위치를 묻습니다.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480FEB5-6889-40DD-9531-3EC8CF0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58DAF1-B78D-4902-9B89-BB21E0B1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6/14</a:t>
            </a:r>
          </a:p>
        </p:txBody>
      </p:sp>
    </p:spTree>
    <p:extLst>
      <p:ext uri="{BB962C8B-B14F-4D97-AF65-F5344CB8AC3E}">
        <p14:creationId xmlns:p14="http://schemas.microsoft.com/office/powerpoint/2010/main" val="503136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59CDD-21A2-40F9-96B1-183717ED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2-number">
            <a:extLst xmlns:a="http://schemas.openxmlformats.org/drawingml/2006/main">
              <a:ext uri="{FF2B5EF4-FFF2-40B4-BE49-F238E27FC236}">
                <a16:creationId xmlns:a16="http://schemas.microsoft.com/office/drawing/2014/main" id="{4793E17A-A8C9-47FB-855C-CA0FF11A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1_l2-category">
            <a:extLst xmlns:a="http://schemas.openxmlformats.org/drawingml/2006/main">
              <a:ext uri="{FF2B5EF4-FFF2-40B4-BE49-F238E27FC236}">
                <a16:creationId xmlns:a16="http://schemas.microsoft.com/office/drawing/2014/main" id="{34A6C5FA-265C-496E-871C-92D722A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2-text">
            <a:extLst xmlns:a="http://schemas.openxmlformats.org/drawingml/2006/main">
              <a:ext uri="{FF2B5EF4-FFF2-40B4-BE49-F238E27FC236}">
                <a16:creationId xmlns:a16="http://schemas.microsoft.com/office/drawing/2014/main" id="{7ACD3E38-1C2C-477A-BB93-DEA5FD1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324BC-6283-4300-9B5A-CB58444A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2-option-1">
            <a:extLst xmlns:a="http://schemas.openxmlformats.org/drawingml/2006/main">
              <a:ext uri="{FF2B5EF4-FFF2-40B4-BE49-F238E27FC236}">
                <a16:creationId xmlns:a16="http://schemas.microsoft.com/office/drawing/2014/main" id="{E2E384EF-BE89-442E-9FFA-0C124A66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은행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22883-97D8-4128-B75F-E85FABF1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2-option-2">
            <a:extLst xmlns:a="http://schemas.openxmlformats.org/drawingml/2006/main">
              <a:ext uri="{FF2B5EF4-FFF2-40B4-BE49-F238E27FC236}">
                <a16:creationId xmlns:a16="http://schemas.microsoft.com/office/drawing/2014/main" id="{8CADFE5F-B99F-45B8-BAE0-01A916BA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8F1A7-6F68-4249-B3E8-0EC9F1C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2-option-3">
            <a:extLst xmlns:a="http://schemas.openxmlformats.org/drawingml/2006/main">
              <a:ext uri="{FF2B5EF4-FFF2-40B4-BE49-F238E27FC236}">
                <a16:creationId xmlns:a16="http://schemas.microsoft.com/office/drawing/2014/main" id="{52B7077C-3C90-4110-8D9F-353F2608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우체국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D9FEC-8AED-4127-B6F5-547C3EC3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2-option-4">
            <a:extLst xmlns:a="http://schemas.openxmlformats.org/drawingml/2006/main">
              <a:ext uri="{FF2B5EF4-FFF2-40B4-BE49-F238E27FC236}">
                <a16:creationId xmlns:a16="http://schemas.microsoft.com/office/drawing/2014/main" id="{E133C7CB-9754-4AA6-B003-C369C86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1F7CE99-FAF8-45BA-BBD8-542A12E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65B341-1FD8-42AB-B508-36B2E8D5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7/14</a:t>
            </a:r>
          </a:p>
        </p:txBody>
      </p:sp>
    </p:spTree>
    <p:extLst>
      <p:ext uri="{BB962C8B-B14F-4D97-AF65-F5344CB8AC3E}">
        <p14:creationId xmlns:p14="http://schemas.microsoft.com/office/powerpoint/2010/main" val="1351961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BFD29-2935-486B-B846-303BABDA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3-number">
            <a:extLst xmlns:a="http://schemas.openxmlformats.org/drawingml/2006/main">
              <a:ext uri="{FF2B5EF4-FFF2-40B4-BE49-F238E27FC236}">
                <a16:creationId xmlns:a16="http://schemas.microsoft.com/office/drawing/2014/main" id="{1D8B0B23-B82C-4E2E-8B9B-07B8DBBA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1_l3-category">
            <a:extLst xmlns:a="http://schemas.openxmlformats.org/drawingml/2006/main">
              <a:ext uri="{FF2B5EF4-FFF2-40B4-BE49-F238E27FC236}">
                <a16:creationId xmlns:a16="http://schemas.microsoft.com/office/drawing/2014/main" id="{96D2BA93-4F09-469A-AD89-1E7A4AC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3-text">
            <a:extLst xmlns:a="http://schemas.openxmlformats.org/drawingml/2006/main">
              <a:ext uri="{FF2B5EF4-FFF2-40B4-BE49-F238E27FC236}">
                <a16:creationId xmlns:a16="http://schemas.microsoft.com/office/drawing/2014/main" id="{F82F88BD-C9E3-4D94-A276-B6342D84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95F82-65A6-4D97-93FC-7B109110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3-option-1">
            <a:extLst xmlns:a="http://schemas.openxmlformats.org/drawingml/2006/main">
              <a:ext uri="{FF2B5EF4-FFF2-40B4-BE49-F238E27FC236}">
                <a16:creationId xmlns:a16="http://schemas.microsoft.com/office/drawing/2014/main" id="{10E1443A-6A13-42F9-97DC-FC701B80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네, 하늘에 구름이 없고 파래요.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564B2-EBB4-4F24-84F5-18754D72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3-option-2">
            <a:extLst xmlns:a="http://schemas.openxmlformats.org/drawingml/2006/main">
              <a:ext uri="{FF2B5EF4-FFF2-40B4-BE49-F238E27FC236}">
                <a16:creationId xmlns:a16="http://schemas.microsoft.com/office/drawing/2014/main" id="{3833DDD4-3927-44E2-A714-527189E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우산을 꼭 가져가세요.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6C62D-DA9A-4412-8406-6776945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3-option-3">
            <a:extLst xmlns:a="http://schemas.openxmlformats.org/drawingml/2006/main">
              <a:ext uri="{FF2B5EF4-FFF2-40B4-BE49-F238E27FC236}">
                <a16:creationId xmlns:a16="http://schemas.microsoft.com/office/drawing/2014/main" id="{90BE08DB-54FE-409A-87A0-96A76905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비가 많이 쏟아져요.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CBB7A-0B83-404E-B112-6D447D98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3-option-4">
            <a:extLst xmlns:a="http://schemas.openxmlformats.org/drawingml/2006/main">
              <a:ext uri="{FF2B5EF4-FFF2-40B4-BE49-F238E27FC236}">
                <a16:creationId xmlns:a16="http://schemas.microsoft.com/office/drawing/2014/main" id="{A8322B5D-08EF-4B0C-96E8-624869D0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네, 바람이 불고 추워요.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CD67D9E-94DD-4E30-9488-EF0D71E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D43F06-577A-4BF3-B5EB-0292EA1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8/14</a:t>
            </a:r>
          </a:p>
        </p:txBody>
      </p:sp>
    </p:spTree>
    <p:extLst>
      <p:ext uri="{BB962C8B-B14F-4D97-AF65-F5344CB8AC3E}">
        <p14:creationId xmlns:p14="http://schemas.microsoft.com/office/powerpoint/2010/main" val="30484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CB96B-5FE4-4AEE-A580-B913E2E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4-number">
            <a:extLst xmlns:a="http://schemas.openxmlformats.org/drawingml/2006/main">
              <a:ext uri="{FF2B5EF4-FFF2-40B4-BE49-F238E27FC236}">
                <a16:creationId xmlns:a16="http://schemas.microsoft.com/office/drawing/2014/main" id="{050F67BD-1E0C-4C59-A620-6553D26E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1_l4-category">
            <a:extLst xmlns:a="http://schemas.openxmlformats.org/drawingml/2006/main">
              <a:ext uri="{FF2B5EF4-FFF2-40B4-BE49-F238E27FC236}">
                <a16:creationId xmlns:a16="http://schemas.microsoft.com/office/drawing/2014/main" id="{822BC32E-9391-4C6A-B223-84E812E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4-text">
            <a:extLst xmlns:a="http://schemas.openxmlformats.org/drawingml/2006/main">
              <a:ext uri="{FF2B5EF4-FFF2-40B4-BE49-F238E27FC236}">
                <a16:creationId xmlns:a16="http://schemas.microsoft.com/office/drawing/2014/main" id="{49D238AB-C7AB-40DA-9338-958C831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3CE4A-4FD4-47EA-BD23-F113DFEC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4-option-1">
            <a:extLst xmlns:a="http://schemas.openxmlformats.org/drawingml/2006/main">
              <a:ext uri="{FF2B5EF4-FFF2-40B4-BE49-F238E27FC236}">
                <a16:creationId xmlns:a16="http://schemas.microsoft.com/office/drawing/2014/main" id="{57FC4FB3-5379-47C1-840D-E8EF733F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712A2-8DC8-48EB-BEA3-B245B7D4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4-option-2">
            <a:extLst xmlns:a="http://schemas.openxmlformats.org/drawingml/2006/main">
              <a:ext uri="{FF2B5EF4-FFF2-40B4-BE49-F238E27FC236}">
                <a16:creationId xmlns:a16="http://schemas.microsoft.com/office/drawing/2014/main" id="{15B19571-86E5-4765-ACD0-3C117241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옷가게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61529-508D-4072-AE22-BE738B17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4-option-3">
            <a:extLst xmlns:a="http://schemas.openxmlformats.org/drawingml/2006/main">
              <a:ext uri="{FF2B5EF4-FFF2-40B4-BE49-F238E27FC236}">
                <a16:creationId xmlns:a16="http://schemas.microsoft.com/office/drawing/2014/main" id="{AD012F8F-02E9-41B6-9EB9-E744D2ED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2F70B-6F95-4532-8A1F-FA56759A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4-option-4">
            <a:extLst xmlns:a="http://schemas.openxmlformats.org/drawingml/2006/main">
              <a:ext uri="{FF2B5EF4-FFF2-40B4-BE49-F238E27FC236}">
                <a16:creationId xmlns:a16="http://schemas.microsoft.com/office/drawing/2014/main" id="{B0861A96-D6B1-4457-88A9-396A41A8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ED610D3-98DD-4101-A9A7-741144A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EEE2CD6-4402-4524-94A7-7225A04A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9/14</a:t>
            </a:r>
          </a:p>
        </p:txBody>
      </p:sp>
    </p:spTree>
    <p:extLst>
      <p:ext uri="{BB962C8B-B14F-4D97-AF65-F5344CB8AC3E}">
        <p14:creationId xmlns:p14="http://schemas.microsoft.com/office/powerpoint/2010/main" val="1198261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E51D3-210C-4557-988C-F4DE798A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5-number">
            <a:extLst xmlns:a="http://schemas.openxmlformats.org/drawingml/2006/main">
              <a:ext uri="{FF2B5EF4-FFF2-40B4-BE49-F238E27FC236}">
                <a16:creationId xmlns:a16="http://schemas.microsoft.com/office/drawing/2014/main" id="{A67747E2-E5F8-4DD8-8B2C-4AF266F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1_l5-category">
            <a:extLst xmlns:a="http://schemas.openxmlformats.org/drawingml/2006/main">
              <a:ext uri="{FF2B5EF4-FFF2-40B4-BE49-F238E27FC236}">
                <a16:creationId xmlns:a16="http://schemas.microsoft.com/office/drawing/2014/main" id="{047AA9AC-B43E-4F2B-983A-C3E089D0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5-text">
            <a:extLst xmlns:a="http://schemas.openxmlformats.org/drawingml/2006/main">
              <a:ext uri="{FF2B5EF4-FFF2-40B4-BE49-F238E27FC236}">
                <a16:creationId xmlns:a16="http://schemas.microsoft.com/office/drawing/2014/main" id="{BB091A96-615A-46A4-8AC8-B5788B4F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1C011-5643-408A-AF07-4BAA1C6E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5-option-1">
            <a:extLst xmlns:a="http://schemas.openxmlformats.org/drawingml/2006/main">
              <a:ext uri="{FF2B5EF4-FFF2-40B4-BE49-F238E27FC236}">
                <a16:creationId xmlns:a16="http://schemas.microsoft.com/office/drawing/2014/main" id="{89AABB8D-A0EC-4592-89F2-0799B4A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오늘 오후에 아주 바쁩니다.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146D3-5922-4C67-9C18-65A4630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5-option-2">
            <a:extLst xmlns:a="http://schemas.openxmlformats.org/drawingml/2006/main">
              <a:ext uri="{FF2B5EF4-FFF2-40B4-BE49-F238E27FC236}">
                <a16:creationId xmlns:a16="http://schemas.microsoft.com/office/drawing/2014/main" id="{12EE09F7-397E-4D78-949F-260C40D3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오늘 집에서 휴식을 취할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34576-3D9E-4198-8B92-95F6F55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5-option-3">
            <a:extLst xmlns:a="http://schemas.openxmlformats.org/drawingml/2006/main">
              <a:ext uri="{FF2B5EF4-FFF2-40B4-BE49-F238E27FC236}">
                <a16:creationId xmlns:a16="http://schemas.microsoft.com/office/drawing/2014/main" id="{2350D488-AC17-460F-AAFA-9AC22EE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여자는 오늘 시장에 가서 옷을 살 것입니다.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926FD-2729-4A4D-925E-408BA71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5-option-4">
            <a:extLst xmlns:a="http://schemas.openxmlformats.org/drawingml/2006/main">
              <a:ext uri="{FF2B5EF4-FFF2-40B4-BE49-F238E27FC236}">
                <a16:creationId xmlns:a16="http://schemas.microsoft.com/office/drawing/2014/main" id="{05F937FA-F03C-4B83-991E-BC21613D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오후에 만나서 놀기로 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B43A742-DA97-4E8F-8E0C-1C2F804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C89572-59B3-4889-956A-6EC20FF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10/14</a:t>
            </a:r>
          </a:p>
        </p:txBody>
      </p:sp>
    </p:spTree>
    <p:extLst>
      <p:ext uri="{BB962C8B-B14F-4D97-AF65-F5344CB8AC3E}">
        <p14:creationId xmlns:p14="http://schemas.microsoft.com/office/powerpoint/2010/main" val="13159925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9871B-1246-495F-A3B5-1091963E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6-number">
            <a:extLst xmlns:a="http://schemas.openxmlformats.org/drawingml/2006/main">
              <a:ext uri="{FF2B5EF4-FFF2-40B4-BE49-F238E27FC236}">
                <a16:creationId xmlns:a16="http://schemas.microsoft.com/office/drawing/2014/main" id="{31D255BD-97BB-44B3-A804-3B97D1E8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1_r6-category">
            <a:extLst xmlns:a="http://schemas.openxmlformats.org/drawingml/2006/main">
              <a:ext uri="{FF2B5EF4-FFF2-40B4-BE49-F238E27FC236}">
                <a16:creationId xmlns:a16="http://schemas.microsoft.com/office/drawing/2014/main" id="{1B983981-5BBD-4D87-B4D5-04759ED1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6-text">
            <a:extLst xmlns:a="http://schemas.openxmlformats.org/drawingml/2006/main">
              <a:ext uri="{FF2B5EF4-FFF2-40B4-BE49-F238E27FC236}">
                <a16:creationId xmlns:a16="http://schemas.microsoft.com/office/drawing/2014/main" id="{BEF64CD2-0065-415E-8A50-49C8F870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안내문을 볼 수 있는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4F359-774B-43E6-8BE3-BB88026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6-passage">
            <a:extLst xmlns:a="http://schemas.openxmlformats.org/drawingml/2006/main">
              <a:ext uri="{FF2B5EF4-FFF2-40B4-BE49-F238E27FC236}">
                <a16:creationId xmlns:a16="http://schemas.microsoft.com/office/drawing/2014/main" id="{9B996B5C-2CC7-45B9-8D71-2D0C412C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책을 읽는 분들을 위해 조용히 해 주세요.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빌린 책은 14일 안에 돌려주세요.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23AB6-594F-450C-9537-BB0F834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6-option-1">
            <a:extLst xmlns:a="http://schemas.openxmlformats.org/drawingml/2006/main">
              <a:ext uri="{FF2B5EF4-FFF2-40B4-BE49-F238E27FC236}">
                <a16:creationId xmlns:a16="http://schemas.microsoft.com/office/drawing/2014/main" id="{4E593B02-0B26-4266-96D8-27139DB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7D75B-DFCE-453C-8A98-DA4745AA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6-option-2">
            <a:extLst xmlns:a="http://schemas.openxmlformats.org/drawingml/2006/main">
              <a:ext uri="{FF2B5EF4-FFF2-40B4-BE49-F238E27FC236}">
                <a16:creationId xmlns:a16="http://schemas.microsoft.com/office/drawing/2014/main" id="{884B7FD2-6402-4A00-AA83-CF86881D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식당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EF8DF-7909-4A78-BD46-4377D796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6-option-3">
            <a:extLst xmlns:a="http://schemas.openxmlformats.org/drawingml/2006/main">
              <a:ext uri="{FF2B5EF4-FFF2-40B4-BE49-F238E27FC236}">
                <a16:creationId xmlns:a16="http://schemas.microsoft.com/office/drawing/2014/main" id="{EF4D2BC4-58AD-4D19-A4EE-B2D3FC8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은행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D8938-E29C-4FE7-8922-6E9E285D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6-option-4">
            <a:extLst xmlns:a="http://schemas.openxmlformats.org/drawingml/2006/main">
              <a:ext uri="{FF2B5EF4-FFF2-40B4-BE49-F238E27FC236}">
                <a16:creationId xmlns:a16="http://schemas.microsoft.com/office/drawing/2014/main" id="{A09125BB-5990-4A40-99C1-047FE148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병원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6F61738-0100-400B-9DFD-35A6976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2C5E842-371C-49B3-8628-213847C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11/14</a:t>
            </a:r>
          </a:p>
        </p:txBody>
      </p:sp>
    </p:spTree>
    <p:extLst>
      <p:ext uri="{BB962C8B-B14F-4D97-AF65-F5344CB8AC3E}">
        <p14:creationId xmlns:p14="http://schemas.microsoft.com/office/powerpoint/2010/main" val="2072750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4E792-7887-4E14-952F-3335D381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7-number">
            <a:extLst xmlns:a="http://schemas.openxmlformats.org/drawingml/2006/main">
              <a:ext uri="{FF2B5EF4-FFF2-40B4-BE49-F238E27FC236}">
                <a16:creationId xmlns:a16="http://schemas.microsoft.com/office/drawing/2014/main" id="{5843AB7A-B978-49A4-9ADC-C903A50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1_r7-category">
            <a:extLst xmlns:a="http://schemas.openxmlformats.org/drawingml/2006/main">
              <a:ext uri="{FF2B5EF4-FFF2-40B4-BE49-F238E27FC236}">
                <a16:creationId xmlns:a16="http://schemas.microsoft.com/office/drawing/2014/main" id="{6AD59CB5-0B10-4D69-973B-F52DE8CA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7-text">
            <a:extLst xmlns:a="http://schemas.openxmlformats.org/drawingml/2006/main">
              <a:ext uri="{FF2B5EF4-FFF2-40B4-BE49-F238E27FC236}">
                <a16:creationId xmlns:a16="http://schemas.microsoft.com/office/drawing/2014/main" id="{49819106-88E0-4B20-B4D1-5E181D3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05811-BB59-4EFC-9BF2-16B608B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7-passage">
            <a:extLst xmlns:a="http://schemas.openxmlformats.org/drawingml/2006/main">
              <a:ext uri="{FF2B5EF4-FFF2-40B4-BE49-F238E27FC236}">
                <a16:creationId xmlns:a16="http://schemas.microsoft.com/office/drawing/2014/main" id="{C2ED4FA9-068A-4739-B8EF-8CDF2E19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선생님(     ) 교실에서 한국어를 가르칩니다.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4155E-DF72-4B8C-AB3B-7E6F149A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7-option-1">
            <a:extLst xmlns:a="http://schemas.openxmlformats.org/drawingml/2006/main">
              <a:ext uri="{FF2B5EF4-FFF2-40B4-BE49-F238E27FC236}">
                <a16:creationId xmlns:a16="http://schemas.microsoft.com/office/drawing/2014/main" id="{34E4BA84-7F6D-4897-8235-0DAA98E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DE88F-856C-4FC1-829D-DD55D1DD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7-option-2">
            <a:extLst xmlns:a="http://schemas.openxmlformats.org/drawingml/2006/main">
              <a:ext uri="{FF2B5EF4-FFF2-40B4-BE49-F238E27FC236}">
                <a16:creationId xmlns:a16="http://schemas.microsoft.com/office/drawing/2014/main" id="{D64F5C64-F7B7-477A-A263-1F76E9A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05254-43B3-4343-955E-0A28F131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7-option-3">
            <a:extLst xmlns:a="http://schemas.openxmlformats.org/drawingml/2006/main">
              <a:ext uri="{FF2B5EF4-FFF2-40B4-BE49-F238E27FC236}">
                <a16:creationId xmlns:a16="http://schemas.microsoft.com/office/drawing/2014/main" id="{918B8A5A-A603-4B7F-9C4A-076D1F0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E76C9-EA37-4378-A01B-B9D1BEC9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7-option-4">
            <a:extLst xmlns:a="http://schemas.openxmlformats.org/drawingml/2006/main">
              <a:ext uri="{FF2B5EF4-FFF2-40B4-BE49-F238E27FC236}">
                <a16:creationId xmlns:a16="http://schemas.microsoft.com/office/drawing/2014/main" id="{EB9FBF7F-26E3-4EC0-99AD-C3A3E9FF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와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18092FF-4301-457B-B246-28F2E4D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300F53-2BF8-478D-809A-159D94DA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12/14</a:t>
            </a:r>
          </a:p>
        </p:txBody>
      </p:sp>
    </p:spTree>
    <p:extLst>
      <p:ext uri="{BB962C8B-B14F-4D97-AF65-F5344CB8AC3E}">
        <p14:creationId xmlns:p14="http://schemas.microsoft.com/office/powerpoint/2010/main" val="16319364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00122-D1CD-4771-99B6-5A95EC19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6-number">
            <a:extLst xmlns:a="http://schemas.openxmlformats.org/drawingml/2006/main">
              <a:ext uri="{FF2B5EF4-FFF2-40B4-BE49-F238E27FC236}">
                <a16:creationId xmlns:a16="http://schemas.microsoft.com/office/drawing/2014/main" id="{1A76D7E6-1F2B-4E7F-9134-2B723F82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1_l6-category">
            <a:extLst xmlns:a="http://schemas.openxmlformats.org/drawingml/2006/main">
              <a:ext uri="{FF2B5EF4-FFF2-40B4-BE49-F238E27FC236}">
                <a16:creationId xmlns:a16="http://schemas.microsoft.com/office/drawing/2014/main" id="{E1F88538-16C6-4F83-874F-C3DC00BC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6-text">
            <a:extLst xmlns:a="http://schemas.openxmlformats.org/drawingml/2006/main">
              <a:ext uri="{FF2B5EF4-FFF2-40B4-BE49-F238E27FC236}">
                <a16:creationId xmlns:a16="http://schemas.microsoft.com/office/drawing/2014/main" id="{3E6C9956-3CA6-4CD6-8A7B-71EA529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누구인지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784C6-BED7-4C14-8E94-5C50FB5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6-option-1">
            <a:extLst xmlns:a="http://schemas.openxmlformats.org/drawingml/2006/main">
              <a:ext uri="{FF2B5EF4-FFF2-40B4-BE49-F238E27FC236}">
                <a16:creationId xmlns:a16="http://schemas.microsoft.com/office/drawing/2014/main" id="{7869C2CD-7D88-4DCB-8B8B-567C9AB3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E03CE-BBEA-41ED-9E0C-EB689F3B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6-option-2">
            <a:extLst xmlns:a="http://schemas.openxmlformats.org/drawingml/2006/main">
              <a:ext uri="{FF2B5EF4-FFF2-40B4-BE49-F238E27FC236}">
                <a16:creationId xmlns:a16="http://schemas.microsoft.com/office/drawing/2014/main" id="{78A3308E-9821-41A5-9A23-8FB4B096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선생님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49B4A-D0CB-47A7-AAA2-DE3B42F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6-option-3">
            <a:extLst xmlns:a="http://schemas.openxmlformats.org/drawingml/2006/main">
              <a:ext uri="{FF2B5EF4-FFF2-40B4-BE49-F238E27FC236}">
                <a16:creationId xmlns:a16="http://schemas.microsoft.com/office/drawing/2014/main" id="{3141FE00-0FC0-4035-9FDD-598E17C4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의사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5D6F0-BA47-47C8-9651-C6ADBC8A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6-option-4">
            <a:extLst xmlns:a="http://schemas.openxmlformats.org/drawingml/2006/main">
              <a:ext uri="{FF2B5EF4-FFF2-40B4-BE49-F238E27FC236}">
                <a16:creationId xmlns:a16="http://schemas.microsoft.com/office/drawing/2014/main" id="{7FC1BF4F-E675-463C-855E-DEA6FEBA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요리사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83B1F77-24D2-4ED6-A5FF-10F9925B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E2035A-3513-454B-9240-936968F2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13/14</a:t>
            </a:r>
          </a:p>
        </p:txBody>
      </p:sp>
    </p:spTree>
    <p:extLst>
      <p:ext uri="{BB962C8B-B14F-4D97-AF65-F5344CB8AC3E}">
        <p14:creationId xmlns:p14="http://schemas.microsoft.com/office/powerpoint/2010/main" val="17959446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10C7A-76D3-45D8-A226-D2903AA1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7-number">
            <a:extLst xmlns:a="http://schemas.openxmlformats.org/drawingml/2006/main">
              <a:ext uri="{FF2B5EF4-FFF2-40B4-BE49-F238E27FC236}">
                <a16:creationId xmlns:a16="http://schemas.microsoft.com/office/drawing/2014/main" id="{EC8A118F-DA57-4C49-8C02-0237634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14</a:t>
            </a:r>
          </a:p>
        </p:txBody>
      </p:sp>
      <p:sp>
        <p:nvSpPr>
          <p:cNvPr id="3" name="q-q1_l7-category">
            <a:extLst xmlns:a="http://schemas.openxmlformats.org/drawingml/2006/main">
              <a:ext uri="{FF2B5EF4-FFF2-40B4-BE49-F238E27FC236}">
                <a16:creationId xmlns:a16="http://schemas.microsoft.com/office/drawing/2014/main" id="{8DD7DDD4-09BF-4E76-91BE-5026CD8A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7-text">
            <a:extLst xmlns:a="http://schemas.openxmlformats.org/drawingml/2006/main">
              <a:ext uri="{FF2B5EF4-FFF2-40B4-BE49-F238E27FC236}">
                <a16:creationId xmlns:a16="http://schemas.microsoft.com/office/drawing/2014/main" id="{7BA711B3-17EE-4F32-973F-4CC3489F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말로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DF6F3-1467-4A0D-922F-3B4280C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7-option-1">
            <a:extLst xmlns:a="http://schemas.openxmlformats.org/drawingml/2006/main">
              <a:ext uri="{FF2B5EF4-FFF2-40B4-BE49-F238E27FC236}">
                <a16:creationId xmlns:a16="http://schemas.microsoft.com/office/drawing/2014/main" id="{BBAE1CD6-4EB2-4089-BF28-9AB83C2C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학교에 가요.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90973-B434-45DA-AE60-2F742BB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7-option-2">
            <a:extLst xmlns:a="http://schemas.openxmlformats.org/drawingml/2006/main">
              <a:ext uri="{FF2B5EF4-FFF2-40B4-BE49-F238E27FC236}">
                <a16:creationId xmlns:a16="http://schemas.microsoft.com/office/drawing/2014/main" id="{2123AF94-56CA-440E-B6DD-B55C882C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학교에서 공부했어요.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82096-D7CC-498A-B63F-04A74F1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7-option-3">
            <a:extLst xmlns:a="http://schemas.openxmlformats.org/drawingml/2006/main">
              <a:ext uri="{FF2B5EF4-FFF2-40B4-BE49-F238E27FC236}">
                <a16:creationId xmlns:a16="http://schemas.microsoft.com/office/drawing/2014/main" id="{84B97484-C51E-430E-A4E0-34BDD11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학생이 많아요.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10C69-8D7B-49D5-AC0E-DD06795E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7-option-4">
            <a:extLst xmlns:a="http://schemas.openxmlformats.org/drawingml/2006/main">
              <a:ext uri="{FF2B5EF4-FFF2-40B4-BE49-F238E27FC236}">
                <a16:creationId xmlns:a16="http://schemas.microsoft.com/office/drawing/2014/main" id="{A1A5512E-B9C3-42B9-B0A2-8A93541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책이 재미있어요.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C781DA-52ED-4613-95C5-155EA6A2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CFDC91-6843-4B47-91A8-DF20D6A6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14/14</a:t>
            </a:r>
          </a:p>
        </p:txBody>
      </p:sp>
    </p:spTree>
    <p:extLst>
      <p:ext uri="{BB962C8B-B14F-4D97-AF65-F5344CB8AC3E}">
        <p14:creationId xmlns:p14="http://schemas.microsoft.com/office/powerpoint/2010/main" val="480124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2-kicker">
            <a:extLst xmlns:a="http://schemas.openxmlformats.org/drawingml/2006/main">
              <a:ext uri="{FF2B5EF4-FFF2-40B4-BE49-F238E27FC236}">
                <a16:creationId xmlns:a16="http://schemas.microsoft.com/office/drawing/2014/main" id="{11E3606D-0CA5-4D7E-A82D-F146551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02</a:t>
            </a:r>
          </a:p>
        </p:txBody>
      </p:sp>
      <p:sp>
        <p:nvSpPr>
          <p:cNvPr id="2" name="session-2-title">
            <a:extLst xmlns:a="http://schemas.openxmlformats.org/drawingml/2006/main">
              <a:ext uri="{FF2B5EF4-FFF2-40B4-BE49-F238E27FC236}">
                <a16:creationId xmlns:a16="http://schemas.microsoft.com/office/drawing/2014/main" id="{0536F60C-EDB7-495B-9D23-BE19E0D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2회차: 일상생활과 물건 쇼핑</a:t>
            </a:r>
          </a:p>
        </p:txBody>
      </p:sp>
      <p:sp>
        <p:nvSpPr>
          <p:cNvPr id="3" name="session-2-subtitle">
            <a:extLst xmlns:a="http://schemas.openxmlformats.org/drawingml/2006/main">
              <a:ext uri="{FF2B5EF4-FFF2-40B4-BE49-F238E27FC236}">
                <a16:creationId xmlns:a16="http://schemas.microsoft.com/office/drawing/2014/main" id="{5597900F-FF2B-46F9-B65F-6CAC60B1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가장 실용적인 한국어 표현! 물건 구매, 식사, 그리고 조사 결합 형태를 훈련합니다.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5634B-354A-4B08-820F-AAA07DB3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2-count">
            <a:extLst xmlns:a="http://schemas.openxmlformats.org/drawingml/2006/main">
              <a:ext uri="{FF2B5EF4-FFF2-40B4-BE49-F238E27FC236}">
                <a16:creationId xmlns:a16="http://schemas.microsoft.com/office/drawing/2014/main" id="{488A2EB5-82D5-4FBF-AE45-17AE2D1B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E88A9D-7A9B-4E2D-9B1C-FAA8133B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88E0BE-D7FE-4881-A7DE-E4E6063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시작</a:t>
            </a:r>
          </a:p>
        </p:txBody>
      </p:sp>
    </p:spTree>
    <p:extLst>
      <p:ext uri="{BB962C8B-B14F-4D97-AF65-F5344CB8AC3E}">
        <p14:creationId xmlns:p14="http://schemas.microsoft.com/office/powerpoint/2010/main" val="19668346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4BF76-6100-4EFB-B740-27424CB6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1-number">
            <a:extLst xmlns:a="http://schemas.openxmlformats.org/drawingml/2006/main">
              <a:ext uri="{FF2B5EF4-FFF2-40B4-BE49-F238E27FC236}">
                <a16:creationId xmlns:a16="http://schemas.microsoft.com/office/drawing/2014/main" id="{7EA74EBD-DF83-4612-BF6A-35C0C17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2_r1-category">
            <a:extLst xmlns:a="http://schemas.openxmlformats.org/drawingml/2006/main">
              <a:ext uri="{FF2B5EF4-FFF2-40B4-BE49-F238E27FC236}">
                <a16:creationId xmlns:a16="http://schemas.microsoft.com/office/drawing/2014/main" id="{88B90042-2F1F-4065-ACE0-97C53EC1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1-text">
            <a:extLst xmlns:a="http://schemas.openxmlformats.org/drawingml/2006/main">
              <a:ext uri="{FF2B5EF4-FFF2-40B4-BE49-F238E27FC236}">
                <a16:creationId xmlns:a16="http://schemas.microsoft.com/office/drawing/2014/main" id="{16BD4704-DEDA-48E8-A7FF-C3847365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안내문의 내용과 같은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FF99C-0184-45B8-BA43-54C534AE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1-passage">
            <a:extLst xmlns:a="http://schemas.openxmlformats.org/drawingml/2006/main">
              <a:ext uri="{FF2B5EF4-FFF2-40B4-BE49-F238E27FC236}">
                <a16:creationId xmlns:a16="http://schemas.microsoft.com/office/drawing/2014/main" id="{3BD59A95-AE7E-411F-BB14-0C21ECDE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833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[미술관 안내]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이용 시간: 오전 10시 ~ 오후 6시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입장 요금: 5,000원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(※ 매주 월요일은 쉽니다.)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FDEE8-C482-4196-BB24-F639AF07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1-option-1">
            <a:extLst xmlns:a="http://schemas.openxmlformats.org/drawingml/2006/main">
              <a:ext uri="{FF2B5EF4-FFF2-40B4-BE49-F238E27FC236}">
                <a16:creationId xmlns:a16="http://schemas.microsoft.com/office/drawing/2014/main" id="{B9758B35-6D1E-4E73-B10A-60463F8D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미술관은 월요일에 문을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B11E7-2468-452A-8543-167BC1D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1-option-2">
            <a:extLst xmlns:a="http://schemas.openxmlformats.org/drawingml/2006/main">
              <a:ext uri="{FF2B5EF4-FFF2-40B4-BE49-F238E27FC236}">
                <a16:creationId xmlns:a16="http://schemas.microsoft.com/office/drawing/2014/main" id="{0A98822A-8BA0-486F-916A-C92204E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미술관은 저녁 8시에 문을 닫습니다.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E4D75-6DDC-4968-B21B-9B40EBB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1-option-3">
            <a:extLst xmlns:a="http://schemas.openxmlformats.org/drawingml/2006/main">
              <a:ext uri="{FF2B5EF4-FFF2-40B4-BE49-F238E27FC236}">
                <a16:creationId xmlns:a16="http://schemas.microsoft.com/office/drawing/2014/main" id="{64A7D2E3-F613-482A-89D8-427FE0DE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 입장 요금은 오천 원입니다.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9CED5-D6A0-4809-8C32-DD8274DC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1-option-4">
            <a:extLst xmlns:a="http://schemas.openxmlformats.org/drawingml/2006/main">
              <a:ext uri="{FF2B5EF4-FFF2-40B4-BE49-F238E27FC236}">
                <a16:creationId xmlns:a16="http://schemas.microsoft.com/office/drawing/2014/main" id="{D0E86A8A-6AE7-47B8-A048-5FBE491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오전 9시부터 입장하여 볼 수 있습니다.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B183440-526E-451D-9041-50C0DA64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DCEF1C4-433E-4602-9D32-12896EE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1/13</a:t>
            </a:r>
          </a:p>
        </p:txBody>
      </p:sp>
    </p:spTree>
    <p:extLst>
      <p:ext uri="{BB962C8B-B14F-4D97-AF65-F5344CB8AC3E}">
        <p14:creationId xmlns:p14="http://schemas.microsoft.com/office/powerpoint/2010/main" val="11462928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0EFC8-9B30-40A5-BC24-30D4467A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2-number">
            <a:extLst xmlns:a="http://schemas.openxmlformats.org/drawingml/2006/main">
              <a:ext uri="{FF2B5EF4-FFF2-40B4-BE49-F238E27FC236}">
                <a16:creationId xmlns:a16="http://schemas.microsoft.com/office/drawing/2014/main" id="{A232ED6C-AC8D-4A36-B718-621307F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2_r2-category">
            <a:extLst xmlns:a="http://schemas.openxmlformats.org/drawingml/2006/main">
              <a:ext uri="{FF2B5EF4-FFF2-40B4-BE49-F238E27FC236}">
                <a16:creationId xmlns:a16="http://schemas.microsoft.com/office/drawing/2014/main" id="{562E5C48-BD6F-4DD3-AA31-1629123B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2-text">
            <a:extLst xmlns:a="http://schemas.openxmlformats.org/drawingml/2006/main">
              <a:ext uri="{FF2B5EF4-FFF2-40B4-BE49-F238E27FC236}">
                <a16:creationId xmlns:a16="http://schemas.microsoft.com/office/drawing/2014/main" id="{D3F70D34-D829-4972-8D19-0B72B189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단어를 고르십시오. (TOPIK I 기출 유형)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3120B-BD39-4A8D-AFA7-FCA4AB5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2-passage">
            <a:extLst xmlns:a="http://schemas.openxmlformats.org/drawingml/2006/main">
              <a:ext uri="{FF2B5EF4-FFF2-40B4-BE49-F238E27FC236}">
                <a16:creationId xmlns:a16="http://schemas.microsoft.com/office/drawing/2014/main" id="{99881084-9621-4CDE-BF63-EF396BE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친구를 (         ). 그리고 같이 재미있는 영화를 봤습니다.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ED63F-86C4-4A55-8ECF-3169879D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2-option-1">
            <a:extLst xmlns:a="http://schemas.openxmlformats.org/drawingml/2006/main">
              <a:ext uri="{FF2B5EF4-FFF2-40B4-BE49-F238E27FC236}">
                <a16:creationId xmlns:a16="http://schemas.microsoft.com/office/drawing/2014/main" id="{E1161035-4D2E-46F8-9C82-5A7CC94B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만났습니다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1487F-B18E-4A47-B603-A3C4F60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2-option-2">
            <a:extLst xmlns:a="http://schemas.openxmlformats.org/drawingml/2006/main">
              <a:ext uri="{FF2B5EF4-FFF2-40B4-BE49-F238E27FC236}">
                <a16:creationId xmlns:a16="http://schemas.microsoft.com/office/drawing/2014/main" id="{8770A40C-6387-403D-BFCB-165C1799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만납니다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43AE8-BF2C-4E0A-88A1-2D6079F3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2-option-3">
            <a:extLst xmlns:a="http://schemas.openxmlformats.org/drawingml/2006/main">
              <a:ext uri="{FF2B5EF4-FFF2-40B4-BE49-F238E27FC236}">
                <a16:creationId xmlns:a16="http://schemas.microsoft.com/office/drawing/2014/main" id="{F49A69F8-3DF8-4288-B32D-976F000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만날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ED988-A468-4F3A-9987-1E3A4A5C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2-option-4">
            <a:extLst xmlns:a="http://schemas.openxmlformats.org/drawingml/2006/main">
              <a:ext uri="{FF2B5EF4-FFF2-40B4-BE49-F238E27FC236}">
                <a16:creationId xmlns:a16="http://schemas.microsoft.com/office/drawing/2014/main" id="{98637410-69F6-4D9D-8185-7FB7A18A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만나서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227ADD-FC46-4977-AC00-D41B1468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A43A476-79FD-4EFF-B572-33AFF55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2/13</a:t>
            </a:r>
          </a:p>
        </p:txBody>
      </p:sp>
    </p:spTree>
    <p:extLst>
      <p:ext uri="{BB962C8B-B14F-4D97-AF65-F5344CB8AC3E}">
        <p14:creationId xmlns:p14="http://schemas.microsoft.com/office/powerpoint/2010/main" val="11976145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24978-B73B-428F-AEE5-E151FD5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3-number">
            <a:extLst xmlns:a="http://schemas.openxmlformats.org/drawingml/2006/main">
              <a:ext uri="{FF2B5EF4-FFF2-40B4-BE49-F238E27FC236}">
                <a16:creationId xmlns:a16="http://schemas.microsoft.com/office/drawing/2014/main" id="{8CEA0530-639E-4089-BB89-8A1D509E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2_r3-category">
            <a:extLst xmlns:a="http://schemas.openxmlformats.org/drawingml/2006/main">
              <a:ext uri="{FF2B5EF4-FFF2-40B4-BE49-F238E27FC236}">
                <a16:creationId xmlns:a16="http://schemas.microsoft.com/office/drawing/2014/main" id="{EBDFEC53-54E4-431F-AE61-3271F3A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3-text">
            <a:extLst xmlns:a="http://schemas.openxmlformats.org/drawingml/2006/main">
              <a:ext uri="{FF2B5EF4-FFF2-40B4-BE49-F238E27FC236}">
                <a16:creationId xmlns:a16="http://schemas.microsoft.com/office/drawing/2014/main" id="{F39C9CA9-38CC-49F2-A40C-733FAE13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맞는 문장으로 가장 알맞은 것을 고르십시오.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a1beaa2f94092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EAC9B-EEC7-418D-B742-45349A2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2_r3-option-1">
            <a:extLst xmlns:a="http://schemas.openxmlformats.org/drawingml/2006/main">
              <a:ext uri="{FF2B5EF4-FFF2-40B4-BE49-F238E27FC236}">
                <a16:creationId xmlns:a16="http://schemas.microsoft.com/office/drawing/2014/main" id="{417134D8-A54D-416E-8342-2E5A691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음식을 주문합니다.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7E16E-9BFC-4C56-872E-2532462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2_r3-option-2">
            <a:extLst xmlns:a="http://schemas.openxmlformats.org/drawingml/2006/main">
              <a:ext uri="{FF2B5EF4-FFF2-40B4-BE49-F238E27FC236}">
                <a16:creationId xmlns:a16="http://schemas.microsoft.com/office/drawing/2014/main" id="{5DBD52F1-04F8-402B-AC2E-62E4212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요리를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53AC4-1B77-493F-A23B-758A355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2_r3-option-3">
            <a:extLst xmlns:a="http://schemas.openxmlformats.org/drawingml/2006/main">
              <a:ext uri="{FF2B5EF4-FFF2-40B4-BE49-F238E27FC236}">
                <a16:creationId xmlns:a16="http://schemas.microsoft.com/office/drawing/2014/main" id="{4C1873A1-BD08-4072-AB83-0AD51664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청소를 열심히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E0E43-C39E-47FA-AE0C-0E7CFA0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2_r3-option-4">
            <a:extLst xmlns:a="http://schemas.openxmlformats.org/drawingml/2006/main">
              <a:ext uri="{FF2B5EF4-FFF2-40B4-BE49-F238E27FC236}">
                <a16:creationId xmlns:a16="http://schemas.microsoft.com/office/drawing/2014/main" id="{7AF33E74-DAE1-4F97-B09E-A3F2DDA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그릇을 닦습니다.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2051365-FD13-409E-A254-CF8A3D6C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7072539-78D5-49E0-B5C1-5250D8C6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3/13</a:t>
            </a:r>
          </a:p>
        </p:txBody>
      </p:sp>
    </p:spTree>
    <p:extLst>
      <p:ext uri="{BB962C8B-B14F-4D97-AF65-F5344CB8AC3E}">
        <p14:creationId xmlns:p14="http://schemas.microsoft.com/office/powerpoint/2010/main" val="3733468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5910B-32E0-4F67-A32A-2A8E1C9A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4-number">
            <a:extLst xmlns:a="http://schemas.openxmlformats.org/drawingml/2006/main">
              <a:ext uri="{FF2B5EF4-FFF2-40B4-BE49-F238E27FC236}">
                <a16:creationId xmlns:a16="http://schemas.microsoft.com/office/drawing/2014/main" id="{163FF5EE-AE08-4B1B-A922-3FDC334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2_r4-category">
            <a:extLst xmlns:a="http://schemas.openxmlformats.org/drawingml/2006/main">
              <a:ext uri="{FF2B5EF4-FFF2-40B4-BE49-F238E27FC236}">
                <a16:creationId xmlns:a16="http://schemas.microsoft.com/office/drawing/2014/main" id="{7B18EDDD-234A-448E-9DBE-A56AB89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4-text">
            <a:extLst xmlns:a="http://schemas.openxmlformats.org/drawingml/2006/main">
              <a:ext uri="{FF2B5EF4-FFF2-40B4-BE49-F238E27FC236}">
                <a16:creationId xmlns:a16="http://schemas.microsoft.com/office/drawing/2014/main" id="{1983A4F6-6BDD-41D8-932F-DB19D3B8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표현을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D41A7-1F09-4795-BCD8-F03CECE3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4-passage">
            <a:extLst xmlns:a="http://schemas.openxmlformats.org/drawingml/2006/main">
              <a:ext uri="{FF2B5EF4-FFF2-40B4-BE49-F238E27FC236}">
                <a16:creationId xmlns:a16="http://schemas.microsoft.com/office/drawing/2014/main" id="{159C1335-C469-4D79-B715-4DC70FF1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부모님과 함께 제주도로 여행을 (         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1C45D-742F-4F29-8790-E09BB743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4-option-1">
            <a:extLst xmlns:a="http://schemas.openxmlformats.org/drawingml/2006/main">
              <a:ext uri="{FF2B5EF4-FFF2-40B4-BE49-F238E27FC236}">
                <a16:creationId xmlns:a16="http://schemas.microsoft.com/office/drawing/2014/main" id="{CF3679F1-221F-4A4C-9034-ADFA549D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갔습니다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BACEA-0ED9-4A30-8726-79C2612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4-option-2">
            <a:extLst xmlns:a="http://schemas.openxmlformats.org/drawingml/2006/main">
              <a:ext uri="{FF2B5EF4-FFF2-40B4-BE49-F238E27FC236}">
                <a16:creationId xmlns:a16="http://schemas.microsoft.com/office/drawing/2014/main" id="{5289A37E-CB4C-48D9-B09F-185423A8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갑니다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66422-202D-472B-8C5A-4D89BD32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4-option-3">
            <a:extLst xmlns:a="http://schemas.openxmlformats.org/drawingml/2006/main">
              <a:ext uri="{FF2B5EF4-FFF2-40B4-BE49-F238E27FC236}">
                <a16:creationId xmlns:a16="http://schemas.microsoft.com/office/drawing/2014/main" id="{C0BA80E4-1EF8-4220-BCD8-5C275399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갈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90114-B774-49FD-B8B8-2EBEFA51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4-option-4">
            <a:extLst xmlns:a="http://schemas.openxmlformats.org/drawingml/2006/main">
              <a:ext uri="{FF2B5EF4-FFF2-40B4-BE49-F238E27FC236}">
                <a16:creationId xmlns:a16="http://schemas.microsoft.com/office/drawing/2014/main" id="{4885B30C-0A2F-4AAA-867D-2773D5AF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가고 싶습니다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61946A5-AB6E-488A-B169-C44FB7F7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508B8FE-3C2C-4FF8-ADDA-C9BAFC9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4/13</a:t>
            </a:r>
          </a:p>
        </p:txBody>
      </p:sp>
    </p:spTree>
    <p:extLst>
      <p:ext uri="{BB962C8B-B14F-4D97-AF65-F5344CB8AC3E}">
        <p14:creationId xmlns:p14="http://schemas.microsoft.com/office/powerpoint/2010/main" val="13006666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C919A-551D-4524-AC55-747A715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5-number">
            <a:extLst xmlns:a="http://schemas.openxmlformats.org/drawingml/2006/main">
              <a:ext uri="{FF2B5EF4-FFF2-40B4-BE49-F238E27FC236}">
                <a16:creationId xmlns:a16="http://schemas.microsoft.com/office/drawing/2014/main" id="{B815D868-AE61-4B26-82C3-B913B82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2_r5-category">
            <a:extLst xmlns:a="http://schemas.openxmlformats.org/drawingml/2006/main">
              <a:ext uri="{FF2B5EF4-FFF2-40B4-BE49-F238E27FC236}">
                <a16:creationId xmlns:a16="http://schemas.microsoft.com/office/drawing/2014/main" id="{1A580CF4-BD59-41B1-A2F5-7758120F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5-text">
            <a:extLst xmlns:a="http://schemas.openxmlformats.org/drawingml/2006/main">
              <a:ext uri="{FF2B5EF4-FFF2-40B4-BE49-F238E27FC236}">
                <a16:creationId xmlns:a16="http://schemas.microsoft.com/office/drawing/2014/main" id="{BCB29ADE-8C97-4AA6-ACDB-33C3A5B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1A7E2-3FEA-44AD-8420-6B3D285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5-passage">
            <a:extLst xmlns:a="http://schemas.openxmlformats.org/drawingml/2006/main">
              <a:ext uri="{FF2B5EF4-FFF2-40B4-BE49-F238E27FC236}">
                <a16:creationId xmlns:a16="http://schemas.microsoft.com/office/drawing/2014/main" id="{3CACEC5A-9BE7-4429-A319-9D4DD50C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 신발은 제 발에 잘 맞고 걸을 때 아주 편합니다. 파란색 색상과 모양도 정말 마음에 듭니다. 그래서 저는 매일 이 신발을 신고 밖으로 나갑니다.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CBC62-6CB8-47D0-B3B4-0E604095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5-option-1">
            <a:extLst xmlns:a="http://schemas.openxmlformats.org/drawingml/2006/main">
              <a:ext uri="{FF2B5EF4-FFF2-40B4-BE49-F238E27FC236}">
                <a16:creationId xmlns:a16="http://schemas.microsoft.com/office/drawing/2014/main" id="{A2955652-7A5E-42CF-BABE-711ED80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매일 운동을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012D4-B8BC-45E2-9902-8AA9304F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5-option-2">
            <a:extLst xmlns:a="http://schemas.openxmlformats.org/drawingml/2006/main">
              <a:ext uri="{FF2B5EF4-FFF2-40B4-BE49-F238E27FC236}">
                <a16:creationId xmlns:a16="http://schemas.microsoft.com/office/drawing/2014/main" id="{0F7B211A-112A-448F-8FF5-DEE16A1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 신발은 아주 마음에 듭니다.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2B7FC-89BC-459B-B92A-9298ED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5-option-3">
            <a:extLst xmlns:a="http://schemas.openxmlformats.org/drawingml/2006/main">
              <a:ext uri="{FF2B5EF4-FFF2-40B4-BE49-F238E27FC236}">
                <a16:creationId xmlns:a16="http://schemas.microsoft.com/office/drawing/2014/main" id="{1E9E752F-380D-4397-9F0F-11A9791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새 신발을 사고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70457-C00C-4E7A-9E8F-4372B7F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5-option-4">
            <a:extLst xmlns:a="http://schemas.openxmlformats.org/drawingml/2006/main">
              <a:ext uri="{FF2B5EF4-FFF2-40B4-BE49-F238E27FC236}">
                <a16:creationId xmlns:a16="http://schemas.microsoft.com/office/drawing/2014/main" id="{9D7B480D-EEF3-4F7B-841F-E0589229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 신발은 가격이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8D238FE-8E13-448F-BAE2-4B4D3AA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DFD0CD5-76E4-4F08-93AE-EE73A3E8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5/13</a:t>
            </a:r>
          </a:p>
        </p:txBody>
      </p:sp>
    </p:spTree>
    <p:extLst>
      <p:ext uri="{BB962C8B-B14F-4D97-AF65-F5344CB8AC3E}">
        <p14:creationId xmlns:p14="http://schemas.microsoft.com/office/powerpoint/2010/main" val="20311386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70F04-89ED-4AC1-B7F0-B966A4BC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1-number">
            <a:extLst xmlns:a="http://schemas.openxmlformats.org/drawingml/2006/main">
              <a:ext uri="{FF2B5EF4-FFF2-40B4-BE49-F238E27FC236}">
                <a16:creationId xmlns:a16="http://schemas.microsoft.com/office/drawing/2014/main" id="{00BB8C93-3A93-4385-93AE-7BFC2888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2_l1-category">
            <a:extLst xmlns:a="http://schemas.openxmlformats.org/drawingml/2006/main">
              <a:ext uri="{FF2B5EF4-FFF2-40B4-BE49-F238E27FC236}">
                <a16:creationId xmlns:a16="http://schemas.microsoft.com/office/drawing/2014/main" id="{39F5E461-A7A4-467F-8888-AABA2AAC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1-text">
            <a:extLst xmlns:a="http://schemas.openxmlformats.org/drawingml/2006/main">
              <a:ext uri="{FF2B5EF4-FFF2-40B4-BE49-F238E27FC236}">
                <a16:creationId xmlns:a16="http://schemas.microsoft.com/office/drawing/2014/main" id="{80B0628F-8965-4BCD-A681-FBA87E5E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12FC9-D35C-47FA-8740-E949783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1-option-1">
            <a:extLst xmlns:a="http://schemas.openxmlformats.org/drawingml/2006/main">
              <a:ext uri="{FF2B5EF4-FFF2-40B4-BE49-F238E27FC236}">
                <a16:creationId xmlns:a16="http://schemas.microsoft.com/office/drawing/2014/main" id="{BF3F087B-0DF9-4317-B413-0EEC31AE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반갑습니다. 저는 이수진입니다.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6D71B-8C47-48F3-AC47-78161A2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1-option-2">
            <a:extLst xmlns:a="http://schemas.openxmlformats.org/drawingml/2006/main">
              <a:ext uri="{FF2B5EF4-FFF2-40B4-BE49-F238E27FC236}">
                <a16:creationId xmlns:a16="http://schemas.microsoft.com/office/drawing/2014/main" id="{B677322E-9BFA-4D13-8C48-5DEE18A0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E99F3-8954-4C8B-89C8-5D42E919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1-option-3">
            <a:extLst xmlns:a="http://schemas.openxmlformats.org/drawingml/2006/main">
              <a:ext uri="{FF2B5EF4-FFF2-40B4-BE49-F238E27FC236}">
                <a16:creationId xmlns:a16="http://schemas.microsoft.com/office/drawing/2014/main" id="{BECD341D-630F-484C-8B06-5D5FB71A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미안합니다. 괜찮습니다.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ADD3D-4F0D-42F6-9D01-10B6F40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1-option-4">
            <a:extLst xmlns:a="http://schemas.openxmlformats.org/drawingml/2006/main">
              <a:ext uri="{FF2B5EF4-FFF2-40B4-BE49-F238E27FC236}">
                <a16:creationId xmlns:a16="http://schemas.microsoft.com/office/drawing/2014/main" id="{E531B620-76B5-40ED-B05C-B6F29641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축하합니다. 고맙습니다.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458288A-6D5F-4779-9591-B6EA5849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1BC38D5-64D9-45E9-B602-C2CEA2F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002371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36B1-BFC5-4761-B307-8B63BE95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2-number">
            <a:extLst xmlns:a="http://schemas.openxmlformats.org/drawingml/2006/main">
              <a:ext uri="{FF2B5EF4-FFF2-40B4-BE49-F238E27FC236}">
                <a16:creationId xmlns:a16="http://schemas.microsoft.com/office/drawing/2014/main" id="{E91F9CF1-0EFE-42F4-8236-03C75587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2_l2-category">
            <a:extLst xmlns:a="http://schemas.openxmlformats.org/drawingml/2006/main">
              <a:ext uri="{FF2B5EF4-FFF2-40B4-BE49-F238E27FC236}">
                <a16:creationId xmlns:a16="http://schemas.microsoft.com/office/drawing/2014/main" id="{F78E606F-A6B4-4708-A38C-DDE28BA3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2-text">
            <a:extLst xmlns:a="http://schemas.openxmlformats.org/drawingml/2006/main">
              <a:ext uri="{FF2B5EF4-FFF2-40B4-BE49-F238E27FC236}">
                <a16:creationId xmlns:a16="http://schemas.microsoft.com/office/drawing/2014/main" id="{5B19C9E4-2A91-42F9-B6F2-484DBD09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6E896-B001-4915-A6B0-12CBCAF8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2-option-1">
            <a:extLst xmlns:a="http://schemas.openxmlformats.org/drawingml/2006/main">
              <a:ext uri="{FF2B5EF4-FFF2-40B4-BE49-F238E27FC236}">
                <a16:creationId xmlns:a16="http://schemas.microsoft.com/office/drawing/2014/main" id="{866660DA-FDAE-4019-8281-3E9FAA42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컴퓨터 수리를 완전히 끝냈습니다.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58591-51D2-4D37-B19A-4B1A940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2-option-2">
            <a:extLst xmlns:a="http://schemas.openxmlformats.org/drawingml/2006/main">
              <a:ext uri="{FF2B5EF4-FFF2-40B4-BE49-F238E27FC236}">
                <a16:creationId xmlns:a16="http://schemas.microsoft.com/office/drawing/2014/main" id="{155A21BE-0D16-469E-81D1-A17E03D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여자가 직접 도구를 들고 컴퓨터를 고치고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5C4F4-2E95-44D9-B776-4FC9F36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2-option-3">
            <a:extLst xmlns:a="http://schemas.openxmlformats.org/drawingml/2006/main">
              <a:ext uri="{FF2B5EF4-FFF2-40B4-BE49-F238E27FC236}">
                <a16:creationId xmlns:a16="http://schemas.microsoft.com/office/drawing/2014/main" id="{9BC110FD-88DB-49FB-8A51-DFE4690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지금 현재 컴퓨터를 고치고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D6FF9-9987-47C4-B1EA-76CED5A5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2-option-4">
            <a:extLst xmlns:a="http://schemas.openxmlformats.org/drawingml/2006/main">
              <a:ext uri="{FF2B5EF4-FFF2-40B4-BE49-F238E27FC236}">
                <a16:creationId xmlns:a16="http://schemas.microsoft.com/office/drawing/2014/main" id="{15BEC5CB-F20B-4862-A6E3-5CEA4470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매장에 가서 컴퓨터를 새로 살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551C5F-39AA-4545-83F9-E7276B6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CBB7CE9-DFAC-41CF-854B-0C3F7AA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7/13</a:t>
            </a:r>
          </a:p>
        </p:txBody>
      </p:sp>
    </p:spTree>
    <p:extLst>
      <p:ext uri="{BB962C8B-B14F-4D97-AF65-F5344CB8AC3E}">
        <p14:creationId xmlns:p14="http://schemas.microsoft.com/office/powerpoint/2010/main" val="2002513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5869B-09E4-4A53-A77E-E8805746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3-number">
            <a:extLst xmlns:a="http://schemas.openxmlformats.org/drawingml/2006/main">
              <a:ext uri="{FF2B5EF4-FFF2-40B4-BE49-F238E27FC236}">
                <a16:creationId xmlns:a16="http://schemas.microsoft.com/office/drawing/2014/main" id="{D667CEA4-965D-4490-9F2A-501C0129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2_l3-category">
            <a:extLst xmlns:a="http://schemas.openxmlformats.org/drawingml/2006/main">
              <a:ext uri="{FF2B5EF4-FFF2-40B4-BE49-F238E27FC236}">
                <a16:creationId xmlns:a16="http://schemas.microsoft.com/office/drawing/2014/main" id="{2B1A731E-F88B-496F-BA1E-3BF88BAE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3-text">
            <a:extLst xmlns:a="http://schemas.openxmlformats.org/drawingml/2006/main">
              <a:ext uri="{FF2B5EF4-FFF2-40B4-BE49-F238E27FC236}">
                <a16:creationId xmlns:a16="http://schemas.microsoft.com/office/drawing/2014/main" id="{625E4B3C-F389-49E5-95E7-E9AF0AD3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CE0D0-C99D-474A-8A70-0E435CBC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3-option-1">
            <a:extLst xmlns:a="http://schemas.openxmlformats.org/drawingml/2006/main">
              <a:ext uri="{FF2B5EF4-FFF2-40B4-BE49-F238E27FC236}">
                <a16:creationId xmlns:a16="http://schemas.microsoft.com/office/drawing/2014/main" id="{7EFBF396-01F9-45E5-9DEB-6671DB19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정말 고마워요. 마음에 들어요.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8F194-1284-47E4-838C-16041DF7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3-option-2">
            <a:extLst xmlns:a="http://schemas.openxmlformats.org/drawingml/2006/main">
              <a:ext uri="{FF2B5EF4-FFF2-40B4-BE49-F238E27FC236}">
                <a16:creationId xmlns:a16="http://schemas.microsoft.com/office/drawing/2014/main" id="{20CF0DB5-503A-41DB-9250-D69E5F45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69B67-0C5D-4723-8B97-15C6007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3-option-3">
            <a:extLst xmlns:a="http://schemas.openxmlformats.org/drawingml/2006/main">
              <a:ext uri="{FF2B5EF4-FFF2-40B4-BE49-F238E27FC236}">
                <a16:creationId xmlns:a16="http://schemas.microsoft.com/office/drawing/2014/main" id="{F6460370-32D9-46B7-BC48-F2CCB289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죄송합니다. 늦었습니다.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51135-40C1-4E7F-9B69-BBFD558F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3-option-4">
            <a:extLst xmlns:a="http://schemas.openxmlformats.org/drawingml/2006/main">
              <a:ext uri="{FF2B5EF4-FFF2-40B4-BE49-F238E27FC236}">
                <a16:creationId xmlns:a16="http://schemas.microsoft.com/office/drawing/2014/main" id="{83A2A145-BDD7-4493-B8D2-283E371F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선물이 없어요.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FC30362-F730-47B5-B347-1E42731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6B888F-2024-45F6-A09C-AB1C694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6499893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CABE7-04A5-451C-82C5-358E3E0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4-number">
            <a:extLst xmlns:a="http://schemas.openxmlformats.org/drawingml/2006/main">
              <a:ext uri="{FF2B5EF4-FFF2-40B4-BE49-F238E27FC236}">
                <a16:creationId xmlns:a16="http://schemas.microsoft.com/office/drawing/2014/main" id="{7C6D97BF-46C8-4329-B0C0-250F3874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2_l4-category">
            <a:extLst xmlns:a="http://schemas.openxmlformats.org/drawingml/2006/main">
              <a:ext uri="{FF2B5EF4-FFF2-40B4-BE49-F238E27FC236}">
                <a16:creationId xmlns:a16="http://schemas.microsoft.com/office/drawing/2014/main" id="{022763CB-A4CC-4E26-A76E-5AF01E3F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4-text">
            <a:extLst xmlns:a="http://schemas.openxmlformats.org/drawingml/2006/main">
              <a:ext uri="{FF2B5EF4-FFF2-40B4-BE49-F238E27FC236}">
                <a16:creationId xmlns:a16="http://schemas.microsoft.com/office/drawing/2014/main" id="{CAA49A7E-5599-4DEB-86D2-FD4A2A8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4AB7A-9904-4050-9D80-13F37293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4-option-1">
            <a:extLst xmlns:a="http://schemas.openxmlformats.org/drawingml/2006/main">
              <a:ext uri="{FF2B5EF4-FFF2-40B4-BE49-F238E27FC236}">
                <a16:creationId xmlns:a16="http://schemas.microsoft.com/office/drawing/2014/main" id="{7D81F0F7-6CF7-48EE-95AC-AAD36675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7980-23C9-4168-822F-3E3B407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4-option-2">
            <a:extLst xmlns:a="http://schemas.openxmlformats.org/drawingml/2006/main">
              <a:ext uri="{FF2B5EF4-FFF2-40B4-BE49-F238E27FC236}">
                <a16:creationId xmlns:a16="http://schemas.microsoft.com/office/drawing/2014/main" id="{901552AD-DD5E-45A6-841B-23E94A73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과일 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989E8-3B20-4D58-9FC6-F1CD2FD6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4-option-3">
            <a:extLst xmlns:a="http://schemas.openxmlformats.org/drawingml/2006/main">
              <a:ext uri="{FF2B5EF4-FFF2-40B4-BE49-F238E27FC236}">
                <a16:creationId xmlns:a16="http://schemas.microsoft.com/office/drawing/2014/main" id="{3D66C201-4755-4C6D-8FBE-DA730F5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병원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49E42-018A-4F0D-80F0-B8CE9ADE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4-option-4">
            <a:extLst xmlns:a="http://schemas.openxmlformats.org/drawingml/2006/main">
              <a:ext uri="{FF2B5EF4-FFF2-40B4-BE49-F238E27FC236}">
                <a16:creationId xmlns:a16="http://schemas.microsoft.com/office/drawing/2014/main" id="{550AD54D-7D0C-43F8-90DE-9B9021AB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B016B0B-60CD-4CD6-9B77-75C973B2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52519F1-1542-4C3F-80EE-19D1F01D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9/13</a:t>
            </a:r>
          </a:p>
        </p:txBody>
      </p:sp>
    </p:spTree>
    <p:extLst>
      <p:ext uri="{BB962C8B-B14F-4D97-AF65-F5344CB8AC3E}">
        <p14:creationId xmlns:p14="http://schemas.microsoft.com/office/powerpoint/2010/main" val="9722292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DEB26-71B8-43AD-8753-12D83839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5-number">
            <a:extLst xmlns:a="http://schemas.openxmlformats.org/drawingml/2006/main">
              <a:ext uri="{FF2B5EF4-FFF2-40B4-BE49-F238E27FC236}">
                <a16:creationId xmlns:a16="http://schemas.microsoft.com/office/drawing/2014/main" id="{F016C655-9BFD-4014-A677-F1ADA21A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2_l5-category">
            <a:extLst xmlns:a="http://schemas.openxmlformats.org/drawingml/2006/main">
              <a:ext uri="{FF2B5EF4-FFF2-40B4-BE49-F238E27FC236}">
                <a16:creationId xmlns:a16="http://schemas.microsoft.com/office/drawing/2014/main" id="{EE0E15CA-45BB-437F-900F-B04DDC1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5-text">
            <a:extLst xmlns:a="http://schemas.openxmlformats.org/drawingml/2006/main">
              <a:ext uri="{FF2B5EF4-FFF2-40B4-BE49-F238E27FC236}">
                <a16:creationId xmlns:a16="http://schemas.microsoft.com/office/drawing/2014/main" id="{79863908-8FB6-47C3-A55B-667F5815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9DB4C-468A-487B-A4F7-0BC4438F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5-option-1">
            <a:extLst xmlns:a="http://schemas.openxmlformats.org/drawingml/2006/main">
              <a:ext uri="{FF2B5EF4-FFF2-40B4-BE49-F238E27FC236}">
                <a16:creationId xmlns:a16="http://schemas.microsoft.com/office/drawing/2014/main" id="{9319BB4D-87DC-41F8-A232-700B24D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지갑에 현금이 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C5D8C-D0E2-4CBF-AA82-5D8FF01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5-option-2">
            <a:extLst xmlns:a="http://schemas.openxmlformats.org/drawingml/2006/main">
              <a:ext uri="{FF2B5EF4-FFF2-40B4-BE49-F238E27FC236}">
                <a16:creationId xmlns:a16="http://schemas.microsoft.com/office/drawing/2014/main" id="{BEBD9938-7561-40C0-B166-8D9BFFA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지금 신용카드를 가지고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9CF3B-97F5-4D96-B471-C102E83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5-option-3">
            <a:extLst xmlns:a="http://schemas.openxmlformats.org/drawingml/2006/main">
              <a:ext uri="{FF2B5EF4-FFF2-40B4-BE49-F238E27FC236}">
                <a16:creationId xmlns:a16="http://schemas.microsoft.com/office/drawing/2014/main" id="{79FB5406-B03C-4DFE-A531-75043A5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지갑을 찾으러 집에 갈 예정입니다.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3F611-2E21-4A97-9F89-A7131A30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5-option-4">
            <a:extLst xmlns:a="http://schemas.openxmlformats.org/drawingml/2006/main">
              <a:ext uri="{FF2B5EF4-FFF2-40B4-BE49-F238E27FC236}">
                <a16:creationId xmlns:a16="http://schemas.microsoft.com/office/drawing/2014/main" id="{4B050596-EEA9-4ED5-97D6-C6C99E38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여자가 남자에게 지갑을 선물해 줄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0CE77B2-31A3-416B-B88D-3F520C42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11C15A0-193F-43FC-9303-2DEF34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4430776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AF77E-BC81-41EA-AADD-DE952D66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6-number">
            <a:extLst xmlns:a="http://schemas.openxmlformats.org/drawingml/2006/main">
              <a:ext uri="{FF2B5EF4-FFF2-40B4-BE49-F238E27FC236}">
                <a16:creationId xmlns:a16="http://schemas.microsoft.com/office/drawing/2014/main" id="{B5CC0B53-B331-4231-AC7B-03248506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2_r6-category">
            <a:extLst xmlns:a="http://schemas.openxmlformats.org/drawingml/2006/main">
              <a:ext uri="{FF2B5EF4-FFF2-40B4-BE49-F238E27FC236}">
                <a16:creationId xmlns:a16="http://schemas.microsoft.com/office/drawing/2014/main" id="{4E9C7A81-492D-4E30-B7AE-C2278A2C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6-text">
            <a:extLst xmlns:a="http://schemas.openxmlformats.org/drawingml/2006/main">
              <a:ext uri="{FF2B5EF4-FFF2-40B4-BE49-F238E27FC236}">
                <a16:creationId xmlns:a16="http://schemas.microsoft.com/office/drawing/2014/main" id="{A4CD89FD-64E3-42D8-A900-E6DC6370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광고의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6213E-14B7-4994-946C-F9522AC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6-passage">
            <a:extLst xmlns:a="http://schemas.openxmlformats.org/drawingml/2006/main">
              <a:ext uri="{FF2B5EF4-FFF2-40B4-BE49-F238E27FC236}">
                <a16:creationId xmlns:a16="http://schemas.microsoft.com/office/drawing/2014/main" id="{AFDA79A2-88B9-485D-AA67-4B84640B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[여름 신발 할인]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운동화 30,000원 → 20,000원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이번 주 일요일까지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FF7BF-C20D-413C-8135-8177025F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6-option-1">
            <a:extLst xmlns:a="http://schemas.openxmlformats.org/drawingml/2006/main">
              <a:ext uri="{FF2B5EF4-FFF2-40B4-BE49-F238E27FC236}">
                <a16:creationId xmlns:a16="http://schemas.microsoft.com/office/drawing/2014/main" id="{7980639B-5316-45B2-AB1D-9495EAD3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운동화는 삼만 원입니다.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CB05A-39A3-4C8D-A28C-7BD0A9B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6-option-2">
            <a:extLst xmlns:a="http://schemas.openxmlformats.org/drawingml/2006/main">
              <a:ext uri="{FF2B5EF4-FFF2-40B4-BE49-F238E27FC236}">
                <a16:creationId xmlns:a16="http://schemas.microsoft.com/office/drawing/2014/main" id="{00EC55F1-BA18-4F28-A6F3-217F238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할인은 다음 달까지입니다.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F4C92-6C3D-4401-A445-4F75B10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6-option-3">
            <a:extLst xmlns:a="http://schemas.openxmlformats.org/drawingml/2006/main">
              <a:ext uri="{FF2B5EF4-FFF2-40B4-BE49-F238E27FC236}">
                <a16:creationId xmlns:a16="http://schemas.microsoft.com/office/drawing/2014/main" id="{8D93F6EF-F0B9-4381-A78D-AEF4240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운동화를 이만 원에 살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8E3B7-837A-460B-81E8-5DCF9949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6-option-4">
            <a:extLst xmlns:a="http://schemas.openxmlformats.org/drawingml/2006/main">
              <a:ext uri="{FF2B5EF4-FFF2-40B4-BE49-F238E27FC236}">
                <a16:creationId xmlns:a16="http://schemas.microsoft.com/office/drawing/2014/main" id="{5D047721-CE1A-41EB-80B6-E9A16370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일요일에는 가게가 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207739B-3BF1-4FC1-A395-54DF6A82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2774725-B16F-4090-9344-4F6185C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3118750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77159-980A-4AA0-9415-371B380D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7-number">
            <a:extLst xmlns:a="http://schemas.openxmlformats.org/drawingml/2006/main">
              <a:ext uri="{FF2B5EF4-FFF2-40B4-BE49-F238E27FC236}">
                <a16:creationId xmlns:a16="http://schemas.microsoft.com/office/drawing/2014/main" id="{2B72A437-FE3D-4F08-89F0-628BE99C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2_r7-category">
            <a:extLst xmlns:a="http://schemas.openxmlformats.org/drawingml/2006/main">
              <a:ext uri="{FF2B5EF4-FFF2-40B4-BE49-F238E27FC236}">
                <a16:creationId xmlns:a16="http://schemas.microsoft.com/office/drawing/2014/main" id="{CA2302B4-7F1D-4ED9-B794-6B9A523A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7-text">
            <a:extLst xmlns:a="http://schemas.openxmlformats.org/drawingml/2006/main">
              <a:ext uri="{FF2B5EF4-FFF2-40B4-BE49-F238E27FC236}">
                <a16:creationId xmlns:a16="http://schemas.microsoft.com/office/drawing/2014/main" id="{1E13DFA2-DFBA-4750-B1B6-47BF2485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말을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6ECA1-368C-41C7-AE3F-E5CB079B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7-passage">
            <a:extLst xmlns:a="http://schemas.openxmlformats.org/drawingml/2006/main">
              <a:ext uri="{FF2B5EF4-FFF2-40B4-BE49-F238E27FC236}">
                <a16:creationId xmlns:a16="http://schemas.microsoft.com/office/drawing/2014/main" id="{6D5467AA-A967-4EEE-9D4A-77ED56A7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카페에서 커피 두 (     )을 주문했습니다.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1E91B-5AB9-4688-B677-14A255F2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7-option-1">
            <a:extLst xmlns:a="http://schemas.openxmlformats.org/drawingml/2006/main">
              <a:ext uri="{FF2B5EF4-FFF2-40B4-BE49-F238E27FC236}">
                <a16:creationId xmlns:a16="http://schemas.microsoft.com/office/drawing/2014/main" id="{2D41ECC9-6E03-4363-84A7-5D58D23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316ED-F32E-46BE-AD29-0A61CEE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7-option-2">
            <a:extLst xmlns:a="http://schemas.openxmlformats.org/drawingml/2006/main">
              <a:ext uri="{FF2B5EF4-FFF2-40B4-BE49-F238E27FC236}">
                <a16:creationId xmlns:a16="http://schemas.microsoft.com/office/drawing/2014/main" id="{B7AA5CF1-7F80-471F-B6EA-967327BC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07C04-F601-48B8-8AB9-F21076A6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7-option-3">
            <a:extLst xmlns:a="http://schemas.openxmlformats.org/drawingml/2006/main">
              <a:ext uri="{FF2B5EF4-FFF2-40B4-BE49-F238E27FC236}">
                <a16:creationId xmlns:a16="http://schemas.microsoft.com/office/drawing/2014/main" id="{990A39E2-8B87-4884-8559-65FCFC05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켤레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4E31B-9889-44E9-9858-58561B7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7-option-4">
            <a:extLst xmlns:a="http://schemas.openxmlformats.org/drawingml/2006/main">
              <a:ext uri="{FF2B5EF4-FFF2-40B4-BE49-F238E27FC236}">
                <a16:creationId xmlns:a16="http://schemas.microsoft.com/office/drawing/2014/main" id="{6F7CD0BA-F60D-4D34-BD90-D24BEC8C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장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B1AC32E-85A7-4AC6-B53F-37EBB55F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8A09CB9-23DC-4EC1-9174-FA0A4A74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9285063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E9970-0F53-4E87-947A-321856FA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6-number">
            <a:extLst xmlns:a="http://schemas.openxmlformats.org/drawingml/2006/main">
              <a:ext uri="{FF2B5EF4-FFF2-40B4-BE49-F238E27FC236}">
                <a16:creationId xmlns:a16="http://schemas.microsoft.com/office/drawing/2014/main" id="{A4CB817D-BD4E-47BF-9E15-EDF1A22C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2_l6-category">
            <a:extLst xmlns:a="http://schemas.openxmlformats.org/drawingml/2006/main">
              <a:ext uri="{FF2B5EF4-FFF2-40B4-BE49-F238E27FC236}">
                <a16:creationId xmlns:a16="http://schemas.microsoft.com/office/drawing/2014/main" id="{11A5A444-FD5F-40C4-B7B5-ED2CEA52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2_l6-text">
            <a:extLst xmlns:a="http://schemas.openxmlformats.org/drawingml/2006/main">
              <a:ext uri="{FF2B5EF4-FFF2-40B4-BE49-F238E27FC236}">
                <a16:creationId xmlns:a16="http://schemas.microsoft.com/office/drawing/2014/main" id="{CA05A003-35B0-45FE-9B23-D70E141D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할 행동으로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FBB59-3E87-4506-A96D-64E7095A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6-option-1">
            <a:extLst xmlns:a="http://schemas.openxmlformats.org/drawingml/2006/main">
              <a:ext uri="{FF2B5EF4-FFF2-40B4-BE49-F238E27FC236}">
                <a16:creationId xmlns:a16="http://schemas.microsoft.com/office/drawing/2014/main" id="{69BBBBBD-914A-4D9D-AB30-E58FEF03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신발값을 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3EE4A-AB9F-402B-A81D-7F7CBAA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6-option-2">
            <a:extLst xmlns:a="http://schemas.openxmlformats.org/drawingml/2006/main">
              <a:ext uri="{FF2B5EF4-FFF2-40B4-BE49-F238E27FC236}">
                <a16:creationId xmlns:a16="http://schemas.microsoft.com/office/drawing/2014/main" id="{103871D5-D72C-43A9-9B52-3C40F356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신발을 더 작은 것으로 바꿉니다.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C7587-931B-4AED-8588-86DCA0DB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6-option-3">
            <a:extLst xmlns:a="http://schemas.openxmlformats.org/drawingml/2006/main">
              <a:ext uri="{FF2B5EF4-FFF2-40B4-BE49-F238E27FC236}">
                <a16:creationId xmlns:a16="http://schemas.microsoft.com/office/drawing/2014/main" id="{6B5971F7-B7DD-435C-9E9A-3A95363B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큰 사이즈 신발을 받습니다.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F385-6191-4A53-8D51-B186024D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6-option-4">
            <a:extLst xmlns:a="http://schemas.openxmlformats.org/drawingml/2006/main">
              <a:ext uri="{FF2B5EF4-FFF2-40B4-BE49-F238E27FC236}">
                <a16:creationId xmlns:a16="http://schemas.microsoft.com/office/drawing/2014/main" id="{75603806-B95D-48EC-B4EF-A5800EA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신발을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07DBADD-6ACD-47BC-9FCA-8475DA98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42330D8-D762-4749-A558-39EF5D43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8089498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3-kicker">
            <a:extLst xmlns:a="http://schemas.openxmlformats.org/drawingml/2006/main">
              <a:ext uri="{FF2B5EF4-FFF2-40B4-BE49-F238E27FC236}">
                <a16:creationId xmlns:a16="http://schemas.microsoft.com/office/drawing/2014/main" id="{B5B692F4-373F-4CEE-8E9F-3EB8FB0A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03</a:t>
            </a:r>
          </a:p>
        </p:txBody>
      </p:sp>
      <p:sp>
        <p:nvSpPr>
          <p:cNvPr id="2" name="session-3-title">
            <a:extLst xmlns:a="http://schemas.openxmlformats.org/drawingml/2006/main">
              <a:ext uri="{FF2B5EF4-FFF2-40B4-BE49-F238E27FC236}">
                <a16:creationId xmlns:a16="http://schemas.microsoft.com/office/drawing/2014/main" id="{8143CD0C-0E6D-4446-80C4-EB3EF677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3회차: 시간, 상태, 그리고 미래 계획</a:t>
            </a:r>
          </a:p>
        </p:txBody>
      </p:sp>
      <p:sp>
        <p:nvSpPr>
          <p:cNvPr id="3" name="session-3-subtitle">
            <a:extLst xmlns:a="http://schemas.openxmlformats.org/drawingml/2006/main">
              <a:ext uri="{FF2B5EF4-FFF2-40B4-BE49-F238E27FC236}">
                <a16:creationId xmlns:a16="http://schemas.microsoft.com/office/drawing/2014/main" id="{31F3586A-E558-4E3E-A64C-F557191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일정 및 약속 잡기! 날씨, 시간 관련 어휘와 미래 시제 문법을 연습합니다.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4E8B4-164F-4271-9851-76F2AAEB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3-count">
            <a:extLst xmlns:a="http://schemas.openxmlformats.org/drawingml/2006/main">
              <a:ext uri="{FF2B5EF4-FFF2-40B4-BE49-F238E27FC236}">
                <a16:creationId xmlns:a16="http://schemas.microsoft.com/office/drawing/2014/main" id="{A00A7FAE-5A19-4290-901F-ADDD249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5B25A78-42F8-4CF2-A240-43051D8C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63A2F98-7255-45CF-BF0F-2F9E0DA0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시작</a:t>
            </a:r>
          </a:p>
        </p:txBody>
      </p:sp>
    </p:spTree>
    <p:extLst>
      <p:ext uri="{BB962C8B-B14F-4D97-AF65-F5344CB8AC3E}">
        <p14:creationId xmlns:p14="http://schemas.microsoft.com/office/powerpoint/2010/main" val="21318625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9D5BE-BC09-43EB-9264-D7DA97F2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1-number">
            <a:extLst xmlns:a="http://schemas.openxmlformats.org/drawingml/2006/main">
              <a:ext uri="{FF2B5EF4-FFF2-40B4-BE49-F238E27FC236}">
                <a16:creationId xmlns:a16="http://schemas.microsoft.com/office/drawing/2014/main" id="{B9502F80-AF23-4E3E-B35B-61379D4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3_r1-category">
            <a:extLst xmlns:a="http://schemas.openxmlformats.org/drawingml/2006/main">
              <a:ext uri="{FF2B5EF4-FFF2-40B4-BE49-F238E27FC236}">
                <a16:creationId xmlns:a16="http://schemas.microsoft.com/office/drawing/2014/main" id="{7D98EB60-7173-451E-A99B-5BA16D39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1-text">
            <a:extLst xmlns:a="http://schemas.openxmlformats.org/drawingml/2006/main">
              <a:ext uri="{FF2B5EF4-FFF2-40B4-BE49-F238E27FC236}">
                <a16:creationId xmlns:a16="http://schemas.microsoft.com/office/drawing/2014/main" id="{EC3544D2-A227-488D-AB8C-F3F62E5D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613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중심 생각(주제)으로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0CC3-9E15-43D7-A35B-1CC60DFD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1-passage">
            <a:extLst xmlns:a="http://schemas.openxmlformats.org/drawingml/2006/main">
              <a:ext uri="{FF2B5EF4-FFF2-40B4-BE49-F238E27FC236}">
                <a16:creationId xmlns:a16="http://schemas.microsoft.com/office/drawing/2014/main" id="{71BDECCE-E0D3-4B0D-B23D-3AFFF777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어제 자전거를 새로 샀습니다. 자전거를 타는 것이 아주 재미있습니다. 빨리 주말이 와서 근처 공원에서 자전거를 타고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15474-F842-4A95-A94E-A6DB0A5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1-option-1">
            <a:extLst xmlns:a="http://schemas.openxmlformats.org/drawingml/2006/main">
              <a:ext uri="{FF2B5EF4-FFF2-40B4-BE49-F238E27FC236}">
                <a16:creationId xmlns:a16="http://schemas.microsoft.com/office/drawing/2014/main" id="{A2538781-FB1A-48DD-9CE3-193FFDA7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자전거를 타고 출근합니다.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F05AD-340A-44AA-98DF-F3274B02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1-option-2">
            <a:extLst xmlns:a="http://schemas.openxmlformats.org/drawingml/2006/main">
              <a:ext uri="{FF2B5EF4-FFF2-40B4-BE49-F238E27FC236}">
                <a16:creationId xmlns:a16="http://schemas.microsoft.com/office/drawing/2014/main" id="{08DE6C25-5067-4407-8AB3-BE000E0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자전거를 사고 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CEF76-C775-4430-AFAC-E1A59E55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1-option-3">
            <a:extLst xmlns:a="http://schemas.openxmlformats.org/drawingml/2006/main">
              <a:ext uri="{FF2B5EF4-FFF2-40B4-BE49-F238E27FC236}">
                <a16:creationId xmlns:a16="http://schemas.microsoft.com/office/drawing/2014/main" id="{9E8B73B3-22DA-4DE8-98BD-ED949CF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자전거 타는 것이 즐겁습니다.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C0525-B5D9-436C-882A-72EB83B7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1-option-4">
            <a:extLst xmlns:a="http://schemas.openxmlformats.org/drawingml/2006/main">
              <a:ext uri="{FF2B5EF4-FFF2-40B4-BE49-F238E27FC236}">
                <a16:creationId xmlns:a16="http://schemas.microsoft.com/office/drawing/2014/main" id="{D86019E3-6C13-420D-92CE-DFC8FD0C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너무 바쁩니다.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13FE60C-31A4-44FA-A30B-9512EEF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4A57E3-929B-4EF2-8AE7-B4DADFE6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1/13</a:t>
            </a:r>
          </a:p>
        </p:txBody>
      </p:sp>
    </p:spTree>
    <p:extLst>
      <p:ext uri="{BB962C8B-B14F-4D97-AF65-F5344CB8AC3E}">
        <p14:creationId xmlns:p14="http://schemas.microsoft.com/office/powerpoint/2010/main" val="25109158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B403F-55B0-472F-AC39-6C084B1C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2-number">
            <a:extLst xmlns:a="http://schemas.openxmlformats.org/drawingml/2006/main">
              <a:ext uri="{FF2B5EF4-FFF2-40B4-BE49-F238E27FC236}">
                <a16:creationId xmlns:a16="http://schemas.microsoft.com/office/drawing/2014/main" id="{878A672D-1E6F-4DE5-B2FE-7051CC1B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3_r2-category">
            <a:extLst xmlns:a="http://schemas.openxmlformats.org/drawingml/2006/main">
              <a:ext uri="{FF2B5EF4-FFF2-40B4-BE49-F238E27FC236}">
                <a16:creationId xmlns:a16="http://schemas.microsoft.com/office/drawing/2014/main" id="{757ED117-5B2D-4D6F-84A1-91C80BE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2-text">
            <a:extLst xmlns:a="http://schemas.openxmlformats.org/drawingml/2006/main">
              <a:ext uri="{FF2B5EF4-FFF2-40B4-BE49-F238E27FC236}">
                <a16:creationId xmlns:a16="http://schemas.microsoft.com/office/drawing/2014/main" id="{A2C69586-892C-4A0C-BBD3-5A13851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내용과 같은 것(일치하는 것)을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6C00-F3D7-4BFC-9371-BDB787C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2-passage">
            <a:extLst xmlns:a="http://schemas.openxmlformats.org/drawingml/2006/main">
              <a:ext uri="{FF2B5EF4-FFF2-40B4-BE49-F238E27FC236}">
                <a16:creationId xmlns:a16="http://schemas.microsoft.com/office/drawing/2014/main" id="{9B836C3D-4A3A-4FC3-A9B6-A6EEFD4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동네는 공기가 맑고 아주 조용합니다. 근처에 큰 산이 있어서 등산을 하기에 매우 좋습니다. 그래서 주말에는 다른 동네 사람들도 우리 동네 산에 많이 찾아옵니다.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EBB98-EE56-4517-8CC6-77560F0B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2-option-1">
            <a:extLst xmlns:a="http://schemas.openxmlformats.org/drawingml/2006/main">
              <a:ext uri="{FF2B5EF4-FFF2-40B4-BE49-F238E27FC236}">
                <a16:creationId xmlns:a16="http://schemas.microsoft.com/office/drawing/2014/main" id="{0BBA4B22-3801-4546-BB4F-498E875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우리 동네는 사람들이 많아 시끄럽습니다.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104B2-993D-4213-ABD9-BA73EFF2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2-option-2">
            <a:extLst xmlns:a="http://schemas.openxmlformats.org/drawingml/2006/main">
              <a:ext uri="{FF2B5EF4-FFF2-40B4-BE49-F238E27FC236}">
                <a16:creationId xmlns:a16="http://schemas.microsoft.com/office/drawing/2014/main" id="{E70C4218-E2DD-456C-8322-0056888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우리 동네 주변에는 산이 전혀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CDCCB-2278-4F31-B10D-1AC452F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2-option-3">
            <a:extLst xmlns:a="http://schemas.openxmlformats.org/drawingml/2006/main">
              <a:ext uri="{FF2B5EF4-FFF2-40B4-BE49-F238E27FC236}">
                <a16:creationId xmlns:a16="http://schemas.microsoft.com/office/drawing/2014/main" id="{E0C2E280-1E8A-4752-A7D7-38347C1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주말에 사람들이 우리 동네 산에 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BEB07-D257-44E3-9754-29AE871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2-option-4">
            <a:extLst xmlns:a="http://schemas.openxmlformats.org/drawingml/2006/main">
              <a:ext uri="{FF2B5EF4-FFF2-40B4-BE49-F238E27FC236}">
                <a16:creationId xmlns:a16="http://schemas.microsoft.com/office/drawing/2014/main" id="{952EC4DD-6D66-44FD-A543-4B192F17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등산을 하러 다른 동네로 갑니다.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EB0C5D9-5868-461B-B30D-170183D7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2B79C1-8896-4C28-B27C-14335AF8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2/13</a:t>
            </a:r>
          </a:p>
        </p:txBody>
      </p:sp>
    </p:spTree>
    <p:extLst>
      <p:ext uri="{BB962C8B-B14F-4D97-AF65-F5344CB8AC3E}">
        <p14:creationId xmlns:p14="http://schemas.microsoft.com/office/powerpoint/2010/main" val="11068593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FF1AE-4923-4593-990D-2126AA7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3-number">
            <a:extLst xmlns:a="http://schemas.openxmlformats.org/drawingml/2006/main">
              <a:ext uri="{FF2B5EF4-FFF2-40B4-BE49-F238E27FC236}">
                <a16:creationId xmlns:a16="http://schemas.microsoft.com/office/drawing/2014/main" id="{5C43B8D0-2861-4A07-9073-BD9045D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3_r3-category">
            <a:extLst xmlns:a="http://schemas.openxmlformats.org/drawingml/2006/main">
              <a:ext uri="{FF2B5EF4-FFF2-40B4-BE49-F238E27FC236}">
                <a16:creationId xmlns:a16="http://schemas.microsoft.com/office/drawing/2014/main" id="{A71D08F6-1DCF-4DED-8A55-DCD91AA6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3-text">
            <a:extLst xmlns:a="http://schemas.openxmlformats.org/drawingml/2006/main">
              <a:ext uri="{FF2B5EF4-FFF2-40B4-BE49-F238E27FC236}">
                <a16:creationId xmlns:a16="http://schemas.microsoft.com/office/drawing/2014/main" id="{FEAD2069-184F-4E9A-B067-ECE359C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상황에 맞는 문장으로 가장 알맞은 것을 고르십시오.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d1d117f184353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C0B1A-F2F0-41CD-B554-AC549D51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r3-option-1">
            <a:extLst xmlns:a="http://schemas.openxmlformats.org/drawingml/2006/main">
              <a:ext uri="{FF2B5EF4-FFF2-40B4-BE49-F238E27FC236}">
                <a16:creationId xmlns:a16="http://schemas.microsoft.com/office/drawing/2014/main" id="{D7EA1E91-CCE2-4D37-A9FB-DD795E7A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학교에서 수업을 듣습니다.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33060-C108-494C-A496-37CD3BB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r3-option-2">
            <a:extLst xmlns:a="http://schemas.openxmlformats.org/drawingml/2006/main">
              <a:ext uri="{FF2B5EF4-FFF2-40B4-BE49-F238E27FC236}">
                <a16:creationId xmlns:a16="http://schemas.microsoft.com/office/drawing/2014/main" id="{2D6700C0-E044-4475-ADE1-360A2468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영화관에서 팝콘을 먹습니다.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A3975-481F-4580-B34D-437C6440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r3-option-3">
            <a:extLst xmlns:a="http://schemas.openxmlformats.org/drawingml/2006/main">
              <a:ext uri="{FF2B5EF4-FFF2-40B4-BE49-F238E27FC236}">
                <a16:creationId xmlns:a16="http://schemas.microsoft.com/office/drawing/2014/main" id="{33120968-9CA9-4860-A4C3-108FADF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병원에서 진료를 대기합니다.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513DD-2BCA-4599-A632-0D9F69B1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r3-option-4">
            <a:extLst xmlns:a="http://schemas.openxmlformats.org/drawingml/2006/main">
              <a:ext uri="{FF2B5EF4-FFF2-40B4-BE49-F238E27FC236}">
                <a16:creationId xmlns:a16="http://schemas.microsoft.com/office/drawing/2014/main" id="{C3C34A2F-0967-4B67-AFAF-929A0F6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은행에서 카드를 만듭니다.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6BE2D64-DF17-481B-8AAD-38CD9334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344AB17-2750-4FFC-BFFF-7604C99E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3/13</a:t>
            </a:r>
          </a:p>
        </p:txBody>
      </p:sp>
    </p:spTree>
    <p:extLst>
      <p:ext uri="{BB962C8B-B14F-4D97-AF65-F5344CB8AC3E}">
        <p14:creationId xmlns:p14="http://schemas.microsoft.com/office/powerpoint/2010/main" val="6447303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6F6C5-00EE-4B0F-B3DB-935CC4E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4-number">
            <a:extLst xmlns:a="http://schemas.openxmlformats.org/drawingml/2006/main">
              <a:ext uri="{FF2B5EF4-FFF2-40B4-BE49-F238E27FC236}">
                <a16:creationId xmlns:a16="http://schemas.microsoft.com/office/drawing/2014/main" id="{B754951D-BD0D-4408-8F5B-FF2E579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3_r4-category">
            <a:extLst xmlns:a="http://schemas.openxmlformats.org/drawingml/2006/main">
              <a:ext uri="{FF2B5EF4-FFF2-40B4-BE49-F238E27FC236}">
                <a16:creationId xmlns:a16="http://schemas.microsoft.com/office/drawing/2014/main" id="{CDE2948A-1C6F-4030-AB23-05FA2547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4-text">
            <a:extLst xmlns:a="http://schemas.openxmlformats.org/drawingml/2006/main">
              <a:ext uri="{FF2B5EF4-FFF2-40B4-BE49-F238E27FC236}">
                <a16:creationId xmlns:a16="http://schemas.microsoft.com/office/drawing/2014/main" id="{83BBB237-906F-421A-A40F-F096648D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문법 표현으로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374C9-F9FB-449C-AEE0-9A44AD83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4-passage">
            <a:extLst xmlns:a="http://schemas.openxmlformats.org/drawingml/2006/main">
              <a:ext uri="{FF2B5EF4-FFF2-40B4-BE49-F238E27FC236}">
                <a16:creationId xmlns:a16="http://schemas.microsoft.com/office/drawing/2014/main" id="{D1A74B43-0EDC-4DF1-8340-F7EEC8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내일은 즐거운 주말(         ) 회사에 출근하지 않고 집에서 푹 쉴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75BC-81EC-4C68-8C48-9957000D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4-option-1">
            <a:extLst xmlns:a="http://schemas.openxmlformats.org/drawingml/2006/main">
              <a:ext uri="{FF2B5EF4-FFF2-40B4-BE49-F238E27FC236}">
                <a16:creationId xmlns:a16="http://schemas.microsoft.com/office/drawing/2014/main" id="{F8ED4011-3120-4FC9-8727-15160D5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이어서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8EBD7-4D5F-4E65-A450-DC92252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4-option-2">
            <a:extLst xmlns:a="http://schemas.openxmlformats.org/drawingml/2006/main">
              <a:ext uri="{FF2B5EF4-FFF2-40B4-BE49-F238E27FC236}">
                <a16:creationId xmlns:a16="http://schemas.microsoft.com/office/drawing/2014/main" id="{5634D105-BF3C-4962-8247-2BD5C7F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이라서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71CCB-C329-499F-96C1-7A72332B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4-option-3">
            <a:extLst xmlns:a="http://schemas.openxmlformats.org/drawingml/2006/main">
              <a:ext uri="{FF2B5EF4-FFF2-40B4-BE49-F238E27FC236}">
                <a16:creationId xmlns:a16="http://schemas.microsoft.com/office/drawing/2014/main" id="{B660D056-5C96-461F-9BD2-E4874142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이거나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9B4C9-307C-4E44-A8C5-BA43BD33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4-option-4">
            <a:extLst xmlns:a="http://schemas.openxmlformats.org/drawingml/2006/main">
              <a:ext uri="{FF2B5EF4-FFF2-40B4-BE49-F238E27FC236}">
                <a16:creationId xmlns:a16="http://schemas.microsoft.com/office/drawing/2014/main" id="{C3C99F27-60BC-49DD-A3E9-089AE43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이지만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B38C679-6E09-447B-A0F0-E194818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AF23CF-C4B3-488E-9106-D33575F4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4/13</a:t>
            </a:r>
          </a:p>
        </p:txBody>
      </p:sp>
    </p:spTree>
    <p:extLst>
      <p:ext uri="{BB962C8B-B14F-4D97-AF65-F5344CB8AC3E}">
        <p14:creationId xmlns:p14="http://schemas.microsoft.com/office/powerpoint/2010/main" val="1037761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FCD5-DF9D-456C-B0BF-91E2CEC9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5-number">
            <a:extLst xmlns:a="http://schemas.openxmlformats.org/drawingml/2006/main">
              <a:ext uri="{FF2B5EF4-FFF2-40B4-BE49-F238E27FC236}">
                <a16:creationId xmlns:a16="http://schemas.microsoft.com/office/drawing/2014/main" id="{91F2F3DD-17A3-4BDC-B060-BE43DF3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3_r5-category">
            <a:extLst xmlns:a="http://schemas.openxmlformats.org/drawingml/2006/main">
              <a:ext uri="{FF2B5EF4-FFF2-40B4-BE49-F238E27FC236}">
                <a16:creationId xmlns:a16="http://schemas.microsoft.com/office/drawing/2014/main" id="{10A6F894-B363-43C4-975F-A7B3DC27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5-text">
            <a:extLst xmlns:a="http://schemas.openxmlformats.org/drawingml/2006/main">
              <a:ext uri="{FF2B5EF4-FFF2-40B4-BE49-F238E27FC236}">
                <a16:creationId xmlns:a16="http://schemas.microsoft.com/office/drawing/2014/main" id="{4475F23C-222C-4D32-8423-40D7BAFD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내용과 일치하는 것(같은 것)을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60A28-F63A-4DE6-8783-3C701BAF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5-passage">
            <a:extLst xmlns:a="http://schemas.openxmlformats.org/drawingml/2006/main">
              <a:ext uri="{FF2B5EF4-FFF2-40B4-BE49-F238E27FC236}">
                <a16:creationId xmlns:a16="http://schemas.microsoft.com/office/drawing/2014/main" id="{7D743C09-AEAD-4456-9DF4-8362AD1E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동네에는 아주 크고 예쁜 카페가 있습니다. 커피 맛도 정말 훌륭하고 조용합니다. 저는 오늘 오후에 그 카페에 가서 커피를 마시며 재미있는 소설책을 읽을 계획입니다.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0FF2D-DC48-47A5-9F58-26F23203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5-option-1">
            <a:extLst xmlns:a="http://schemas.openxmlformats.org/drawingml/2006/main">
              <a:ext uri="{FF2B5EF4-FFF2-40B4-BE49-F238E27FC236}">
                <a16:creationId xmlns:a16="http://schemas.microsoft.com/office/drawing/2014/main" id="{E1FF215D-7F14-45F1-9EB6-9EE2365A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오늘 동네 카페에 갈 계획입니다.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1C1FC-281E-4B55-8D05-41DB3002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5-option-2">
            <a:extLst xmlns:a="http://schemas.openxmlformats.org/drawingml/2006/main">
              <a:ext uri="{FF2B5EF4-FFF2-40B4-BE49-F238E27FC236}">
                <a16:creationId xmlns:a16="http://schemas.microsoft.com/office/drawing/2014/main" id="{BE191149-4867-45A2-B01D-F461A90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동네 카페는 커피가 맛이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23386-9D1A-40B6-B60D-AA2097BA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5-option-3">
            <a:extLst xmlns:a="http://schemas.openxmlformats.org/drawingml/2006/main">
              <a:ext uri="{FF2B5EF4-FFF2-40B4-BE49-F238E27FC236}">
                <a16:creationId xmlns:a16="http://schemas.microsoft.com/office/drawing/2014/main" id="{39CF0FBF-B559-46BA-AA6D-5AA50B73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오늘 카페에서 친구를 만날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77227-C6E6-487A-A159-D9FF591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5-option-4">
            <a:extLst xmlns:a="http://schemas.openxmlformats.org/drawingml/2006/main">
              <a:ext uri="{FF2B5EF4-FFF2-40B4-BE49-F238E27FC236}">
                <a16:creationId xmlns:a16="http://schemas.microsoft.com/office/drawing/2014/main" id="{9D89E603-BF0B-40EB-966A-DF424FB8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우리 동네 카페는 가격이 너무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1CB503A-D8EB-42FF-A637-14703ACF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1E744EC-D824-4FDB-8074-E3CEAFE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6722781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BCBDD-D9D2-4163-B9F8-B62488F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1-number">
            <a:extLst xmlns:a="http://schemas.openxmlformats.org/drawingml/2006/main">
              <a:ext uri="{FF2B5EF4-FFF2-40B4-BE49-F238E27FC236}">
                <a16:creationId xmlns:a16="http://schemas.microsoft.com/office/drawing/2014/main" id="{B497128B-EBD4-4A24-90D5-06A51AA5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3_l1-category">
            <a:extLst xmlns:a="http://schemas.openxmlformats.org/drawingml/2006/main">
              <a:ext uri="{FF2B5EF4-FFF2-40B4-BE49-F238E27FC236}">
                <a16:creationId xmlns:a16="http://schemas.microsoft.com/office/drawing/2014/main" id="{77883719-9056-48DE-935A-4A4F074C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1-text">
            <a:extLst xmlns:a="http://schemas.openxmlformats.org/drawingml/2006/main">
              <a:ext uri="{FF2B5EF4-FFF2-40B4-BE49-F238E27FC236}">
                <a16:creationId xmlns:a16="http://schemas.microsoft.com/office/drawing/2014/main" id="{D5FCFD6B-2EB9-42E9-A07F-03DB01C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E93D-8385-42A2-B1F7-86CF06A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1-option-1">
            <a:extLst xmlns:a="http://schemas.openxmlformats.org/drawingml/2006/main">
              <a:ext uri="{FF2B5EF4-FFF2-40B4-BE49-F238E27FC236}">
                <a16:creationId xmlns:a16="http://schemas.microsoft.com/office/drawing/2014/main" id="{C12225BF-4E9C-4E70-9A20-4ECEFE93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주말에 날씨가 아주 좋았어요.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2307D-98FB-4AF5-9E40-AB44C710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1-option-2">
            <a:extLst xmlns:a="http://schemas.openxmlformats.org/drawingml/2006/main">
              <a:ext uri="{FF2B5EF4-FFF2-40B4-BE49-F238E27FC236}">
                <a16:creationId xmlns:a16="http://schemas.microsoft.com/office/drawing/2014/main" id="{A82AC8CA-53A6-4160-9CD8-BB47D0E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집에서 재미있는 책을 읽을 거예요.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878E9-55E5-4FAA-B37D-CB492566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1-option-3">
            <a:extLst xmlns:a="http://schemas.openxmlformats.org/drawingml/2006/main">
              <a:ext uri="{FF2B5EF4-FFF2-40B4-BE49-F238E27FC236}">
                <a16:creationId xmlns:a16="http://schemas.microsoft.com/office/drawing/2014/main" id="{75EA7CDD-94C8-4BAB-89EC-6BA4D53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지난주에 친구를 만나 영화를 봤어요.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C0D1D-7417-4EA2-B38D-DAED119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1-option-4">
            <a:extLst xmlns:a="http://schemas.openxmlformats.org/drawingml/2006/main">
              <a:ext uri="{FF2B5EF4-FFF2-40B4-BE49-F238E27FC236}">
                <a16:creationId xmlns:a16="http://schemas.microsoft.com/office/drawing/2014/main" id="{157993A4-1BCF-4F3D-8990-F1A3699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영화관이 우리 집에서 아주 멀어요.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CCEAF9A-CB26-4835-9E11-6327932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0BF907-039C-49D8-AFDC-E3B9C688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6/13</a:t>
            </a:r>
          </a:p>
        </p:txBody>
      </p:sp>
    </p:spTree>
    <p:extLst>
      <p:ext uri="{BB962C8B-B14F-4D97-AF65-F5344CB8AC3E}">
        <p14:creationId xmlns:p14="http://schemas.microsoft.com/office/powerpoint/2010/main" val="3117555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1AA8-0ADA-491B-A273-0EF5320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2-number">
            <a:extLst xmlns:a="http://schemas.openxmlformats.org/drawingml/2006/main">
              <a:ext uri="{FF2B5EF4-FFF2-40B4-BE49-F238E27FC236}">
                <a16:creationId xmlns:a16="http://schemas.microsoft.com/office/drawing/2014/main" id="{11A46BFB-7760-435A-B008-13BD6CB8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3_l2-category">
            <a:extLst xmlns:a="http://schemas.openxmlformats.org/drawingml/2006/main">
              <a:ext uri="{FF2B5EF4-FFF2-40B4-BE49-F238E27FC236}">
                <a16:creationId xmlns:a16="http://schemas.microsoft.com/office/drawing/2014/main" id="{96C27793-9BCB-447B-BB5E-9525EA5B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2-text">
            <a:extLst xmlns:a="http://schemas.openxmlformats.org/drawingml/2006/main">
              <a:ext uri="{FF2B5EF4-FFF2-40B4-BE49-F238E27FC236}">
                <a16:creationId xmlns:a16="http://schemas.microsoft.com/office/drawing/2014/main" id="{17B3B6DC-F549-4332-BBF2-6426CA5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대화가 끝난 후 두 사람이 할 행동으로 가장 알맞은 것을 고르십시오. (TOPIK I 기출)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edcbb7d374488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85177-107A-41A5-A53A-35DCF56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l2-option-1">
            <a:extLst xmlns:a="http://schemas.openxmlformats.org/drawingml/2006/main">
              <a:ext uri="{FF2B5EF4-FFF2-40B4-BE49-F238E27FC236}">
                <a16:creationId xmlns:a16="http://schemas.microsoft.com/office/drawing/2014/main" id="{4FF424C6-43CF-41D5-A0FA-9789B54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편의점에 우산을 사러 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0CE3E-6726-4781-9DA4-98F7A0EE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l2-option-2">
            <a:extLst xmlns:a="http://schemas.openxmlformats.org/drawingml/2006/main">
              <a:ext uri="{FF2B5EF4-FFF2-40B4-BE49-F238E27FC236}">
                <a16:creationId xmlns:a16="http://schemas.microsoft.com/office/drawing/2014/main" id="{3E870155-A4F0-4E85-8DA3-8474DA7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공원에 가서 운동을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670F9-735A-4AE1-BC2C-ED34DB4D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l2-option-3">
            <a:extLst xmlns:a="http://schemas.openxmlformats.org/drawingml/2006/main">
              <a:ext uri="{FF2B5EF4-FFF2-40B4-BE49-F238E27FC236}">
                <a16:creationId xmlns:a16="http://schemas.microsoft.com/office/drawing/2014/main" id="{5C57F986-B415-47FF-AE96-C6691BC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도서관에서 책을 빌립니다.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C725F-86ED-438A-B704-FBF254D4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l2-option-4">
            <a:extLst xmlns:a="http://schemas.openxmlformats.org/drawingml/2006/main">
              <a:ext uri="{FF2B5EF4-FFF2-40B4-BE49-F238E27FC236}">
                <a16:creationId xmlns:a16="http://schemas.microsoft.com/office/drawing/2014/main" id="{F860FC90-E01B-4D42-ABE3-234BAFD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친구에게 우산을 빌려줍니다.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F72DF6C-E321-473E-8E30-FE9530F2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EBE297-56EC-4E05-ACBB-A9ED15DA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7/13</a:t>
            </a:r>
          </a:p>
        </p:txBody>
      </p:sp>
    </p:spTree>
    <p:extLst>
      <p:ext uri="{BB962C8B-B14F-4D97-AF65-F5344CB8AC3E}">
        <p14:creationId xmlns:p14="http://schemas.microsoft.com/office/powerpoint/2010/main" val="19417894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4086F-B82C-4E4B-ACFA-B4F198DF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3-number">
            <a:extLst xmlns:a="http://schemas.openxmlformats.org/drawingml/2006/main">
              <a:ext uri="{FF2B5EF4-FFF2-40B4-BE49-F238E27FC236}">
                <a16:creationId xmlns:a16="http://schemas.microsoft.com/office/drawing/2014/main" id="{E47A2087-392D-4769-930F-4EB55386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3_l3-category">
            <a:extLst xmlns:a="http://schemas.openxmlformats.org/drawingml/2006/main">
              <a:ext uri="{FF2B5EF4-FFF2-40B4-BE49-F238E27FC236}">
                <a16:creationId xmlns:a16="http://schemas.microsoft.com/office/drawing/2014/main" id="{413EF5BE-A69F-4A86-B139-8DE50668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3-text">
            <a:extLst xmlns:a="http://schemas.openxmlformats.org/drawingml/2006/main">
              <a:ext uri="{FF2B5EF4-FFF2-40B4-BE49-F238E27FC236}">
                <a16:creationId xmlns:a16="http://schemas.microsoft.com/office/drawing/2014/main" id="{038E301D-13FC-4087-AF53-A322A0B1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DBC53-3E3B-4D28-9D25-A44895E5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3-option-1">
            <a:extLst xmlns:a="http://schemas.openxmlformats.org/drawingml/2006/main">
              <a:ext uri="{FF2B5EF4-FFF2-40B4-BE49-F238E27FC236}">
                <a16:creationId xmlns:a16="http://schemas.microsoft.com/office/drawing/2014/main" id="{AE1FB77F-211D-459F-B3A2-A5FEBF4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좋아요. 아침 여덟 시에 입구에서 만나요.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76BE3-39B4-4B24-B73D-8130AFFF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3-option-2">
            <a:extLst xmlns:a="http://schemas.openxmlformats.org/drawingml/2006/main">
              <a:ext uri="{FF2B5EF4-FFF2-40B4-BE49-F238E27FC236}">
                <a16:creationId xmlns:a16="http://schemas.microsoft.com/office/drawing/2014/main" id="{36D2774D-F28D-4853-ACA7-99E00BDA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도서관에 책이 아주 많이 꽂혀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02FB1-A752-454A-85D2-C6D0349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3-option-3">
            <a:extLst xmlns:a="http://schemas.openxmlformats.org/drawingml/2006/main">
              <a:ext uri="{FF2B5EF4-FFF2-40B4-BE49-F238E27FC236}">
                <a16:creationId xmlns:a16="http://schemas.microsoft.com/office/drawing/2014/main" id="{ABAC5DBF-E1EA-4B31-84D8-03CD1B1A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도서관은 우리 집에서 무척 멀어요.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A4937-C2C3-4C06-8460-CCE988F2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3-option-4">
            <a:extLst xmlns:a="http://schemas.openxmlformats.org/drawingml/2006/main">
              <a:ext uri="{FF2B5EF4-FFF2-40B4-BE49-F238E27FC236}">
                <a16:creationId xmlns:a16="http://schemas.microsoft.com/office/drawing/2014/main" id="{D0906AE1-4604-40B7-B813-050DC40D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2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오늘 그 소설책을 다 읽었습니다.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A43DD9B-9B2F-4E30-8274-5FE37A33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64E7CA-022A-4F91-9440-F1F44FEE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55961458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61245-0FBF-41A2-A112-37F16B0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4-number">
            <a:extLst xmlns:a="http://schemas.openxmlformats.org/drawingml/2006/main">
              <a:ext uri="{FF2B5EF4-FFF2-40B4-BE49-F238E27FC236}">
                <a16:creationId xmlns:a16="http://schemas.microsoft.com/office/drawing/2014/main" id="{249502C7-EBE9-4701-8753-878ECC0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3_l4-category">
            <a:extLst xmlns:a="http://schemas.openxmlformats.org/drawingml/2006/main">
              <a:ext uri="{FF2B5EF4-FFF2-40B4-BE49-F238E27FC236}">
                <a16:creationId xmlns:a16="http://schemas.microsoft.com/office/drawing/2014/main" id="{EB06129F-94B8-46D5-BCE7-CB87E2C1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4-text">
            <a:extLst xmlns:a="http://schemas.openxmlformats.org/drawingml/2006/main">
              <a:ext uri="{FF2B5EF4-FFF2-40B4-BE49-F238E27FC236}">
                <a16:creationId xmlns:a16="http://schemas.microsoft.com/office/drawing/2014/main" id="{EEF0A7C2-C5B4-44AF-9761-4E96798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7C573-EC30-4BF2-AA66-09F372C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4-option-1">
            <a:extLst xmlns:a="http://schemas.openxmlformats.org/drawingml/2006/main">
              <a:ext uri="{FF2B5EF4-FFF2-40B4-BE49-F238E27FC236}">
                <a16:creationId xmlns:a16="http://schemas.microsoft.com/office/drawing/2014/main" id="{FACAA55B-9050-4E8A-9D03-6611DD8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병원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A1B69-5E66-4D16-B467-2D9D4E9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4-option-2">
            <a:extLst xmlns:a="http://schemas.openxmlformats.org/drawingml/2006/main">
              <a:ext uri="{FF2B5EF4-FFF2-40B4-BE49-F238E27FC236}">
                <a16:creationId xmlns:a16="http://schemas.microsoft.com/office/drawing/2014/main" id="{98C6176F-7B32-40D9-A105-7A3C444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AEA34-F05F-4254-8A29-0BD84DB9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4-option-3">
            <a:extLst xmlns:a="http://schemas.openxmlformats.org/drawingml/2006/main">
              <a:ext uri="{FF2B5EF4-FFF2-40B4-BE49-F238E27FC236}">
                <a16:creationId xmlns:a16="http://schemas.microsoft.com/office/drawing/2014/main" id="{25E13E6C-2029-4DF7-A1B4-62DD1E07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기차 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FBD89-AD24-4444-B5F4-632227B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4-option-4">
            <a:extLst xmlns:a="http://schemas.openxmlformats.org/drawingml/2006/main">
              <a:ext uri="{FF2B5EF4-FFF2-40B4-BE49-F238E27FC236}">
                <a16:creationId xmlns:a16="http://schemas.microsoft.com/office/drawing/2014/main" id="{D3CCF707-4EC7-4CE4-9C2B-94A9FD99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서점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0063D7F-16B9-4350-BB0C-E194A23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77FA00-BB2D-49C6-8886-21D79491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9/13</a:t>
            </a:r>
          </a:p>
        </p:txBody>
      </p:sp>
    </p:spTree>
    <p:extLst>
      <p:ext uri="{BB962C8B-B14F-4D97-AF65-F5344CB8AC3E}">
        <p14:creationId xmlns:p14="http://schemas.microsoft.com/office/powerpoint/2010/main" val="10741263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23C0A-EF97-411C-B9BD-15E2093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5-number">
            <a:extLst xmlns:a="http://schemas.openxmlformats.org/drawingml/2006/main">
              <a:ext uri="{FF2B5EF4-FFF2-40B4-BE49-F238E27FC236}">
                <a16:creationId xmlns:a16="http://schemas.microsoft.com/office/drawing/2014/main" id="{7DF3539B-49EA-40C3-A590-F49FABB0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3_l5-category">
            <a:extLst xmlns:a="http://schemas.openxmlformats.org/drawingml/2006/main">
              <a:ext uri="{FF2B5EF4-FFF2-40B4-BE49-F238E27FC236}">
                <a16:creationId xmlns:a16="http://schemas.microsoft.com/office/drawing/2014/main" id="{6637DCDB-0126-45A8-A507-B0BDC962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5-text">
            <a:extLst xmlns:a="http://schemas.openxmlformats.org/drawingml/2006/main">
              <a:ext uri="{FF2B5EF4-FFF2-40B4-BE49-F238E27FC236}">
                <a16:creationId xmlns:a16="http://schemas.microsoft.com/office/drawing/2014/main" id="{F1636968-1569-4D52-A61C-D8D9A387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299F6-E038-4042-9580-5A4CB5FD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5-option-1">
            <a:extLst xmlns:a="http://schemas.openxmlformats.org/drawingml/2006/main">
              <a:ext uri="{FF2B5EF4-FFF2-40B4-BE49-F238E27FC236}">
                <a16:creationId xmlns:a16="http://schemas.microsoft.com/office/drawing/2014/main" id="{83BA854C-99AE-4B9A-A988-65702B64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두 사람은 내일 등산을 강행할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C7E73-AC47-4564-81D2-E3BA6D79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5-option-2">
            <a:extLst xmlns:a="http://schemas.openxmlformats.org/drawingml/2006/main">
              <a:ext uri="{FF2B5EF4-FFF2-40B4-BE49-F238E27FC236}">
                <a16:creationId xmlns:a16="http://schemas.microsoft.com/office/drawing/2014/main" id="{950D46EB-1B8B-4A11-9A66-9234145E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비가 오면 미술관에 가기로 약속을 변경합니다.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9F6D2-E51D-452B-8F7D-EEACB98E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5-option-3">
            <a:extLst xmlns:a="http://schemas.openxmlformats.org/drawingml/2006/main">
              <a:ext uri="{FF2B5EF4-FFF2-40B4-BE49-F238E27FC236}">
                <a16:creationId xmlns:a16="http://schemas.microsoft.com/office/drawing/2014/main" id="{A7DEB1C9-E40A-4FB7-B223-08302E6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두 사람은 내일 도서관에서 만나기로 약속했습니다.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E2864-56D8-4D62-A10B-929EBD3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5-option-4">
            <a:extLst xmlns:a="http://schemas.openxmlformats.org/drawingml/2006/main">
              <a:ext uri="{FF2B5EF4-FFF2-40B4-BE49-F238E27FC236}">
                <a16:creationId xmlns:a16="http://schemas.microsoft.com/office/drawing/2014/main" id="{27173584-BB83-40EE-B587-53D4E4D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남자는 내일 비가 오지 않기를 간절히 바라고 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8C68C91-1746-47FF-A92D-BAEDD2FD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EF30F2-160D-4193-972F-3A0CEB51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076570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2CDF7-72E3-4F25-8C10-28ABAC3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6-number">
            <a:extLst xmlns:a="http://schemas.openxmlformats.org/drawingml/2006/main">
              <a:ext uri="{FF2B5EF4-FFF2-40B4-BE49-F238E27FC236}">
                <a16:creationId xmlns:a16="http://schemas.microsoft.com/office/drawing/2014/main" id="{7F2B28A1-0C2B-4FB8-A418-6E842607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3_r6-category">
            <a:extLst xmlns:a="http://schemas.openxmlformats.org/drawingml/2006/main">
              <a:ext uri="{FF2B5EF4-FFF2-40B4-BE49-F238E27FC236}">
                <a16:creationId xmlns:a16="http://schemas.microsoft.com/office/drawing/2014/main" id="{27DE852A-5972-4849-B4B6-EE09340F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3_r6-text">
            <a:extLst xmlns:a="http://schemas.openxmlformats.org/drawingml/2006/main">
              <a:ext uri="{FF2B5EF4-FFF2-40B4-BE49-F238E27FC236}">
                <a16:creationId xmlns:a16="http://schemas.microsoft.com/office/drawing/2014/main" id="{9EA4A155-8046-4536-ACED-77FA82E3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일정표의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9274B-68EA-484C-9AD8-E0B4F80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6-passage">
            <a:extLst xmlns:a="http://schemas.openxmlformats.org/drawingml/2006/main">
              <a:ext uri="{FF2B5EF4-FFF2-40B4-BE49-F238E27FC236}">
                <a16:creationId xmlns:a16="http://schemas.microsoft.com/office/drawing/2014/main" id="{B84D468F-DEFD-4B19-878E-883FBED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833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[토요일 계획]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오전 10시: 병원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1시: 점심 약속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4시: 도서관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CDF76-44F9-42C0-8551-CC302A2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6-option-1">
            <a:extLst xmlns:a="http://schemas.openxmlformats.org/drawingml/2006/main">
              <a:ext uri="{FF2B5EF4-FFF2-40B4-BE49-F238E27FC236}">
                <a16:creationId xmlns:a16="http://schemas.microsoft.com/office/drawing/2014/main" id="{5BE91E05-97B9-46D8-8279-0FC59F49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아침에 도서관에 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34EE2-CE74-48BD-92F4-A72AA76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6-option-2">
            <a:extLst xmlns:a="http://schemas.openxmlformats.org/drawingml/2006/main">
              <a:ext uri="{FF2B5EF4-FFF2-40B4-BE49-F238E27FC236}">
                <a16:creationId xmlns:a16="http://schemas.microsoft.com/office/drawing/2014/main" id="{2F9DFD3F-3304-4A2C-A9BC-53DB4E80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점심을 먹은 후 병원에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2EF05-1E4B-42F3-9CF2-2674DEF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6-option-3">
            <a:extLst xmlns:a="http://schemas.openxmlformats.org/drawingml/2006/main">
              <a:ext uri="{FF2B5EF4-FFF2-40B4-BE49-F238E27FC236}">
                <a16:creationId xmlns:a16="http://schemas.microsoft.com/office/drawing/2014/main" id="{8D768FF3-D0A9-498A-88FC-E00709AD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오후 네 시에 도서관에 갑니다.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0A804-C1E5-4393-9B85-6CDA9921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6-option-4">
            <a:extLst xmlns:a="http://schemas.openxmlformats.org/drawingml/2006/main">
              <a:ext uri="{FF2B5EF4-FFF2-40B4-BE49-F238E27FC236}">
                <a16:creationId xmlns:a16="http://schemas.microsoft.com/office/drawing/2014/main" id="{C03772DB-F635-4F2D-9D58-8CA5173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토요일에는 약속이 없습니다.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EB1A434-7616-4FA9-B09D-7C3C3A73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AE92EE-D1B5-47BA-9689-B3009B3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4764625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B5F55-9F40-42CB-A138-2042A4AC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6-number">
            <a:extLst xmlns:a="http://schemas.openxmlformats.org/drawingml/2006/main">
              <a:ext uri="{FF2B5EF4-FFF2-40B4-BE49-F238E27FC236}">
                <a16:creationId xmlns:a16="http://schemas.microsoft.com/office/drawing/2014/main" id="{2E32BC69-0E97-42D1-BFD8-E420D1C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3_l6-category">
            <a:extLst xmlns:a="http://schemas.openxmlformats.org/drawingml/2006/main">
              <a:ext uri="{FF2B5EF4-FFF2-40B4-BE49-F238E27FC236}">
                <a16:creationId xmlns:a16="http://schemas.microsoft.com/office/drawing/2014/main" id="{E1CB3075-EDE7-4B8A-A52E-347FD1C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6-text">
            <a:extLst xmlns:a="http://schemas.openxmlformats.org/drawingml/2006/main">
              <a:ext uri="{FF2B5EF4-FFF2-40B4-BE49-F238E27FC236}">
                <a16:creationId xmlns:a16="http://schemas.microsoft.com/office/drawing/2014/main" id="{96C1BE6C-2AD1-49B1-9CF1-150070B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남자의 내일 계획을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B988F-2486-4C71-BA88-59C6AC1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6-option-1">
            <a:extLst xmlns:a="http://schemas.openxmlformats.org/drawingml/2006/main">
              <a:ext uri="{FF2B5EF4-FFF2-40B4-BE49-F238E27FC236}">
                <a16:creationId xmlns:a16="http://schemas.microsoft.com/office/drawing/2014/main" id="{2C9D7830-3AFC-41C5-9644-EB110C68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회사에서 야근합니다.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D1C14-FB94-4398-976D-C3EEAB2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6-option-2">
            <a:extLst xmlns:a="http://schemas.openxmlformats.org/drawingml/2006/main">
              <a:ext uri="{FF2B5EF4-FFF2-40B4-BE49-F238E27FC236}">
                <a16:creationId xmlns:a16="http://schemas.microsoft.com/office/drawing/2014/main" id="{3975DD31-B37A-49F3-8575-D21E3C7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친구와 저녁을 먹습니다.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E7D69-79CC-413F-A3F5-456092BF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6-option-3">
            <a:extLst xmlns:a="http://schemas.openxmlformats.org/drawingml/2006/main">
              <a:ext uri="{FF2B5EF4-FFF2-40B4-BE49-F238E27FC236}">
                <a16:creationId xmlns:a16="http://schemas.microsoft.com/office/drawing/2014/main" id="{94E233BA-5839-4A32-B262-BE3BE438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집에서 혼자 쉽니다.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211E7-E719-422A-AE4C-8C045BC2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6-option-4">
            <a:extLst xmlns:a="http://schemas.openxmlformats.org/drawingml/2006/main">
              <a:ext uri="{FF2B5EF4-FFF2-40B4-BE49-F238E27FC236}">
                <a16:creationId xmlns:a16="http://schemas.microsoft.com/office/drawing/2014/main" id="{2BBBDE10-E45A-4487-A310-9647CC10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친구에게 책을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11F1AE5-D208-4CAB-AC6A-49210AFD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4DCFBFB-DF10-4E68-9EC2-DE76C9C3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17448005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52900-D131-4528-AB6D-739EB3FE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7-number">
            <a:extLst xmlns:a="http://schemas.openxmlformats.org/drawingml/2006/main">
              <a:ext uri="{FF2B5EF4-FFF2-40B4-BE49-F238E27FC236}">
                <a16:creationId xmlns:a16="http://schemas.microsoft.com/office/drawing/2014/main" id="{6B23D90E-CB84-41A7-985C-F02185A4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3_l7-category">
            <a:extLst xmlns:a="http://schemas.openxmlformats.org/drawingml/2006/main">
              <a:ext uri="{FF2B5EF4-FFF2-40B4-BE49-F238E27FC236}">
                <a16:creationId xmlns:a16="http://schemas.microsoft.com/office/drawing/2014/main" id="{5F9C081B-E457-4CE5-90F3-DFC9E87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7-text">
            <a:extLst xmlns:a="http://schemas.openxmlformats.org/drawingml/2006/main">
              <a:ext uri="{FF2B5EF4-FFF2-40B4-BE49-F238E27FC236}">
                <a16:creationId xmlns:a16="http://schemas.microsoft.com/office/drawing/2014/main" id="{8E84A29C-3ADE-411B-8582-2337D20F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약속을 바꾼 이유를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2D71D-A0A6-4D86-BB18-B323CAB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7-option-1">
            <a:extLst xmlns:a="http://schemas.openxmlformats.org/drawingml/2006/main">
              <a:ext uri="{FF2B5EF4-FFF2-40B4-BE49-F238E27FC236}">
                <a16:creationId xmlns:a16="http://schemas.microsoft.com/office/drawing/2014/main" id="{350A6709-6965-4BD2-8573-41C31315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여자가 아파서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10955-AFC7-430C-8761-50A52346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7-option-2">
            <a:extLst xmlns:a="http://schemas.openxmlformats.org/drawingml/2006/main">
              <a:ext uri="{FF2B5EF4-FFF2-40B4-BE49-F238E27FC236}">
                <a16:creationId xmlns:a16="http://schemas.microsoft.com/office/drawing/2014/main" id="{1311FA94-4DEE-409F-92D9-CA7A9169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공원이 문을 닫아서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34E2A-0078-4959-8B58-5A5657A2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7-option-3">
            <a:extLst xmlns:a="http://schemas.openxmlformats.org/drawingml/2006/main">
              <a:ext uri="{FF2B5EF4-FFF2-40B4-BE49-F238E27FC236}">
                <a16:creationId xmlns:a16="http://schemas.microsoft.com/office/drawing/2014/main" id="{E7D2D489-FA0E-4DF5-BC1D-FF63A5EF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오전에 비가 와서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A9196-BB6D-4920-BAED-058430F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7-option-4">
            <a:extLst xmlns:a="http://schemas.openxmlformats.org/drawingml/2006/main">
              <a:ext uri="{FF2B5EF4-FFF2-40B4-BE49-F238E27FC236}">
                <a16:creationId xmlns:a16="http://schemas.microsoft.com/office/drawing/2014/main" id="{E8FF8916-88BA-4956-A3C8-7970011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남자가 바빠서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9526B16-B0BE-4E27-AF19-53F01D8A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4377D5-7864-4724-AE82-A124CB75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818463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2026-08-13T07:28:53.5810000Z</dcterms:created>
  <dcterms:modified xsi:type="dcterms:W3CDTF">2026-08-13T07:28:53.5810000Z</dcterms:modified>
</coreProperties>
</file>